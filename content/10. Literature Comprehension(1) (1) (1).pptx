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49" r:id="rId1"/>
  </p:sldMasterIdLst>
  <p:notesMasterIdLst>
    <p:notesMasterId r:id="rId32"/>
  </p:notesMasterIdLst>
  <p:handoutMasterIdLst>
    <p:handoutMasterId r:id="rId33"/>
  </p:handoutMasterIdLst>
  <p:sldIdLst>
    <p:sldId id="389" r:id="rId2"/>
    <p:sldId id="499" r:id="rId3"/>
    <p:sldId id="500" r:id="rId4"/>
    <p:sldId id="439" r:id="rId5"/>
    <p:sldId id="438" r:id="rId6"/>
    <p:sldId id="409" r:id="rId7"/>
    <p:sldId id="448" r:id="rId8"/>
    <p:sldId id="442" r:id="rId9"/>
    <p:sldId id="449" r:id="rId10"/>
    <p:sldId id="525" r:id="rId11"/>
    <p:sldId id="421" r:id="rId12"/>
    <p:sldId id="422" r:id="rId13"/>
    <p:sldId id="423" r:id="rId14"/>
    <p:sldId id="425" r:id="rId15"/>
    <p:sldId id="444" r:id="rId16"/>
    <p:sldId id="446" r:id="rId17"/>
    <p:sldId id="445" r:id="rId18"/>
    <p:sldId id="447" r:id="rId19"/>
    <p:sldId id="459" r:id="rId20"/>
    <p:sldId id="441" r:id="rId21"/>
    <p:sldId id="502" r:id="rId22"/>
    <p:sldId id="428" r:id="rId23"/>
    <p:sldId id="455" r:id="rId24"/>
    <p:sldId id="461" r:id="rId25"/>
    <p:sldId id="416" r:id="rId26"/>
    <p:sldId id="420" r:id="rId27"/>
    <p:sldId id="503" r:id="rId28"/>
    <p:sldId id="526" r:id="rId29"/>
    <p:sldId id="527" r:id="rId30"/>
    <p:sldId id="528" r:id="rId31"/>
  </p:sldIdLst>
  <p:sldSz cx="9144000" cy="6858000" type="screen4x3"/>
  <p:notesSz cx="6858000" cy="9144000"/>
  <p:defaultTextStyle>
    <a:defPPr>
      <a:defRPr lang="en-GB"/>
    </a:defPPr>
    <a:lvl1pPr algn="ctr" rtl="0" eaLnBrk="0" fontAlgn="base" hangingPunct="0">
      <a:spcBef>
        <a:spcPct val="0"/>
      </a:spcBef>
      <a:spcAft>
        <a:spcPct val="0"/>
      </a:spcAft>
      <a:defRPr sz="3600" kern="1200">
        <a:solidFill>
          <a:schemeClr val="tx1"/>
        </a:solidFill>
        <a:latin typeface="Arial" charset="0"/>
        <a:ea typeface="+mn-ea"/>
        <a:cs typeface="+mn-cs"/>
      </a:defRPr>
    </a:lvl1pPr>
    <a:lvl2pPr marL="457200" algn="ctr" rtl="0" eaLnBrk="0" fontAlgn="base" hangingPunct="0">
      <a:spcBef>
        <a:spcPct val="0"/>
      </a:spcBef>
      <a:spcAft>
        <a:spcPct val="0"/>
      </a:spcAft>
      <a:defRPr sz="3600" kern="1200">
        <a:solidFill>
          <a:schemeClr val="tx1"/>
        </a:solidFill>
        <a:latin typeface="Arial" charset="0"/>
        <a:ea typeface="+mn-ea"/>
        <a:cs typeface="+mn-cs"/>
      </a:defRPr>
    </a:lvl2pPr>
    <a:lvl3pPr marL="914400" algn="ctr" rtl="0" eaLnBrk="0" fontAlgn="base" hangingPunct="0">
      <a:spcBef>
        <a:spcPct val="0"/>
      </a:spcBef>
      <a:spcAft>
        <a:spcPct val="0"/>
      </a:spcAft>
      <a:defRPr sz="3600" kern="1200">
        <a:solidFill>
          <a:schemeClr val="tx1"/>
        </a:solidFill>
        <a:latin typeface="Arial" charset="0"/>
        <a:ea typeface="+mn-ea"/>
        <a:cs typeface="+mn-cs"/>
      </a:defRPr>
    </a:lvl3pPr>
    <a:lvl4pPr marL="1371600" algn="ctr" rtl="0" eaLnBrk="0" fontAlgn="base" hangingPunct="0">
      <a:spcBef>
        <a:spcPct val="0"/>
      </a:spcBef>
      <a:spcAft>
        <a:spcPct val="0"/>
      </a:spcAft>
      <a:defRPr sz="3600" kern="1200">
        <a:solidFill>
          <a:schemeClr val="tx1"/>
        </a:solidFill>
        <a:latin typeface="Arial" charset="0"/>
        <a:ea typeface="+mn-ea"/>
        <a:cs typeface="+mn-cs"/>
      </a:defRPr>
    </a:lvl4pPr>
    <a:lvl5pPr marL="1828800" algn="ctr" rtl="0" eaLnBrk="0" fontAlgn="base" hangingPunct="0">
      <a:spcBef>
        <a:spcPct val="0"/>
      </a:spcBef>
      <a:spcAft>
        <a:spcPct val="0"/>
      </a:spcAft>
      <a:defRPr sz="3600" kern="1200">
        <a:solidFill>
          <a:schemeClr val="tx1"/>
        </a:solidFill>
        <a:latin typeface="Arial" charset="0"/>
        <a:ea typeface="+mn-ea"/>
        <a:cs typeface="+mn-cs"/>
      </a:defRPr>
    </a:lvl5pPr>
    <a:lvl6pPr marL="2286000" algn="l" defTabSz="914400" rtl="0" eaLnBrk="1" latinLnBrk="0" hangingPunct="1">
      <a:defRPr sz="3600" kern="1200">
        <a:solidFill>
          <a:schemeClr val="tx1"/>
        </a:solidFill>
        <a:latin typeface="Arial" charset="0"/>
        <a:ea typeface="+mn-ea"/>
        <a:cs typeface="+mn-cs"/>
      </a:defRPr>
    </a:lvl6pPr>
    <a:lvl7pPr marL="2743200" algn="l" defTabSz="914400" rtl="0" eaLnBrk="1" latinLnBrk="0" hangingPunct="1">
      <a:defRPr sz="3600" kern="1200">
        <a:solidFill>
          <a:schemeClr val="tx1"/>
        </a:solidFill>
        <a:latin typeface="Arial" charset="0"/>
        <a:ea typeface="+mn-ea"/>
        <a:cs typeface="+mn-cs"/>
      </a:defRPr>
    </a:lvl7pPr>
    <a:lvl8pPr marL="3200400" algn="l" defTabSz="914400" rtl="0" eaLnBrk="1" latinLnBrk="0" hangingPunct="1">
      <a:defRPr sz="3600" kern="1200">
        <a:solidFill>
          <a:schemeClr val="tx1"/>
        </a:solidFill>
        <a:latin typeface="Arial" charset="0"/>
        <a:ea typeface="+mn-ea"/>
        <a:cs typeface="+mn-cs"/>
      </a:defRPr>
    </a:lvl8pPr>
    <a:lvl9pPr marL="3657600" algn="l" defTabSz="914400" rtl="0" eaLnBrk="1" latinLnBrk="0" hangingPunct="1">
      <a:defRPr sz="36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F568F662-98CF-4A44-82D0-276FDAD0FEAF}">
          <p14:sldIdLst>
            <p14:sldId id="389"/>
            <p14:sldId id="499"/>
            <p14:sldId id="500"/>
          </p14:sldIdLst>
        </p14:section>
        <p14:section name="Literature Comprehension - Overview" id="{F3621607-04BC-4940-AF61-481D519C3716}">
          <p14:sldIdLst>
            <p14:sldId id="439"/>
            <p14:sldId id="438"/>
            <p14:sldId id="409"/>
            <p14:sldId id="448"/>
          </p14:sldIdLst>
        </p14:section>
        <p14:section name="Reading Papers" id="{63B697F7-419D-4A8E-92D5-76AE2BFD008D}">
          <p14:sldIdLst>
            <p14:sldId id="442"/>
            <p14:sldId id="449"/>
            <p14:sldId id="525"/>
            <p14:sldId id="421"/>
            <p14:sldId id="422"/>
            <p14:sldId id="423"/>
            <p14:sldId id="425"/>
            <p14:sldId id="444"/>
            <p14:sldId id="446"/>
            <p14:sldId id="445"/>
            <p14:sldId id="447"/>
            <p14:sldId id="459"/>
          </p14:sldIdLst>
        </p14:section>
        <p14:section name="Recording Comprehension and Review" id="{D7949D57-D050-4013-92AD-2C4EC68751D2}">
          <p14:sldIdLst>
            <p14:sldId id="441"/>
            <p14:sldId id="502"/>
            <p14:sldId id="428"/>
            <p14:sldId id="455"/>
            <p14:sldId id="461"/>
            <p14:sldId id="416"/>
            <p14:sldId id="420"/>
            <p14:sldId id="503"/>
            <p14:sldId id="526"/>
            <p14:sldId id="527"/>
            <p14:sldId id="52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DF85"/>
    <a:srgbClr val="0099FF"/>
    <a:srgbClr val="CCECFF"/>
    <a:srgbClr val="FFFFCC"/>
    <a:srgbClr val="FFFF99"/>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2" autoAdjust="0"/>
    <p:restoredTop sz="94624" autoAdjust="0"/>
  </p:normalViewPr>
  <p:slideViewPr>
    <p:cSldViewPr>
      <p:cViewPr varScale="1">
        <p:scale>
          <a:sx n="70" d="100"/>
          <a:sy n="70" d="100"/>
        </p:scale>
        <p:origin x="1470" y="72"/>
      </p:cViewPr>
      <p:guideLst>
        <p:guide orient="horz" pos="2160"/>
        <p:guide pos="2880"/>
      </p:guideLst>
    </p:cSldViewPr>
  </p:slideViewPr>
  <p:outlineViewPr>
    <p:cViewPr>
      <p:scale>
        <a:sx n="33" d="100"/>
        <a:sy n="33" d="100"/>
      </p:scale>
      <p:origin x="0" y="1402"/>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29DBD6-A476-4FE9-8FB6-5E0C1A3A73E3}" type="doc">
      <dgm:prSet loTypeId="urn:microsoft.com/office/officeart/2005/8/layout/chevron2" loCatId="process" qsTypeId="urn:microsoft.com/office/officeart/2005/8/quickstyle/3d3" qsCatId="3D" csTypeId="urn:microsoft.com/office/officeart/2005/8/colors/accent1_2" csCatId="accent1"/>
      <dgm:spPr/>
      <dgm:t>
        <a:bodyPr/>
        <a:lstStyle/>
        <a:p>
          <a:endParaRPr lang="en-IE"/>
        </a:p>
      </dgm:t>
    </dgm:pt>
    <dgm:pt modelId="{94CA07FC-2D58-43AF-A9BB-D998A84613DE}">
      <dgm:prSet/>
      <dgm:spPr/>
      <dgm:t>
        <a:bodyPr/>
        <a:lstStyle/>
        <a:p>
          <a:pPr rtl="0"/>
          <a:r>
            <a:rPr lang="en-IE"/>
            <a:t>Survey</a:t>
          </a:r>
        </a:p>
      </dgm:t>
    </dgm:pt>
    <dgm:pt modelId="{AD280224-4C75-4923-9494-C55FF5C956CA}" type="parTrans" cxnId="{80E158FE-2EBC-4FE5-B693-63C5265E84A5}">
      <dgm:prSet/>
      <dgm:spPr/>
      <dgm:t>
        <a:bodyPr/>
        <a:lstStyle/>
        <a:p>
          <a:endParaRPr lang="en-IE"/>
        </a:p>
      </dgm:t>
    </dgm:pt>
    <dgm:pt modelId="{5CF22A60-463E-468E-B84C-57C59D5F2D1E}" type="sibTrans" cxnId="{80E158FE-2EBC-4FE5-B693-63C5265E84A5}">
      <dgm:prSet/>
      <dgm:spPr/>
      <dgm:t>
        <a:bodyPr/>
        <a:lstStyle/>
        <a:p>
          <a:endParaRPr lang="en-IE"/>
        </a:p>
      </dgm:t>
    </dgm:pt>
    <dgm:pt modelId="{5EFCF9D7-1BE2-4B02-B9E1-53056C82C669}">
      <dgm:prSet/>
      <dgm:spPr/>
      <dgm:t>
        <a:bodyPr/>
        <a:lstStyle/>
        <a:p>
          <a:pPr rtl="0"/>
          <a:r>
            <a:rPr lang="en-IE"/>
            <a:t>Get the general idea </a:t>
          </a:r>
        </a:p>
      </dgm:t>
    </dgm:pt>
    <dgm:pt modelId="{D2F9C1AD-0AD1-4C4B-A709-2C51112D0D5B}" type="parTrans" cxnId="{379ACB16-4968-424D-B2FB-40F1E428299A}">
      <dgm:prSet/>
      <dgm:spPr/>
      <dgm:t>
        <a:bodyPr/>
        <a:lstStyle/>
        <a:p>
          <a:endParaRPr lang="en-IE"/>
        </a:p>
      </dgm:t>
    </dgm:pt>
    <dgm:pt modelId="{4F054CC0-910F-4845-8394-C4F967869394}" type="sibTrans" cxnId="{379ACB16-4968-424D-B2FB-40F1E428299A}">
      <dgm:prSet/>
      <dgm:spPr/>
      <dgm:t>
        <a:bodyPr/>
        <a:lstStyle/>
        <a:p>
          <a:endParaRPr lang="en-IE"/>
        </a:p>
      </dgm:t>
    </dgm:pt>
    <dgm:pt modelId="{4ABD0E8B-09EB-49CC-945B-2D987D9E9738}">
      <dgm:prSet/>
      <dgm:spPr/>
      <dgm:t>
        <a:bodyPr/>
        <a:lstStyle/>
        <a:p>
          <a:pPr rtl="0"/>
          <a:r>
            <a:rPr lang="en-IE"/>
            <a:t>Question</a:t>
          </a:r>
        </a:p>
      </dgm:t>
    </dgm:pt>
    <dgm:pt modelId="{704B9C6A-1535-478A-9827-923744979E5A}" type="parTrans" cxnId="{738F6AFD-EC71-4E27-A731-1FDC3312121B}">
      <dgm:prSet/>
      <dgm:spPr/>
      <dgm:t>
        <a:bodyPr/>
        <a:lstStyle/>
        <a:p>
          <a:endParaRPr lang="en-IE"/>
        </a:p>
      </dgm:t>
    </dgm:pt>
    <dgm:pt modelId="{E5990090-D948-44B3-B4A1-7DCE19537F3B}" type="sibTrans" cxnId="{738F6AFD-EC71-4E27-A731-1FDC3312121B}">
      <dgm:prSet/>
      <dgm:spPr/>
      <dgm:t>
        <a:bodyPr/>
        <a:lstStyle/>
        <a:p>
          <a:endParaRPr lang="en-IE"/>
        </a:p>
      </dgm:t>
    </dgm:pt>
    <dgm:pt modelId="{B4AD7D43-8A67-4E8E-83F0-E461E736E20B}">
      <dgm:prSet/>
      <dgm:spPr/>
      <dgm:t>
        <a:bodyPr/>
        <a:lstStyle/>
        <a:p>
          <a:pPr rtl="0"/>
          <a:r>
            <a:rPr lang="en-IE"/>
            <a:t>What questions would you like the text to answer?</a:t>
          </a:r>
        </a:p>
      </dgm:t>
    </dgm:pt>
    <dgm:pt modelId="{3AB9EB8A-7159-47DF-B699-9D4C4A94A6DB}" type="parTrans" cxnId="{0D6197F0-BAEE-449D-BFB3-CCBFF29B959B}">
      <dgm:prSet/>
      <dgm:spPr/>
      <dgm:t>
        <a:bodyPr/>
        <a:lstStyle/>
        <a:p>
          <a:endParaRPr lang="en-IE"/>
        </a:p>
      </dgm:t>
    </dgm:pt>
    <dgm:pt modelId="{49C07F48-7A9A-446C-9C5F-B39713EBDE29}" type="sibTrans" cxnId="{0D6197F0-BAEE-449D-BFB3-CCBFF29B959B}">
      <dgm:prSet/>
      <dgm:spPr/>
      <dgm:t>
        <a:bodyPr/>
        <a:lstStyle/>
        <a:p>
          <a:endParaRPr lang="en-IE"/>
        </a:p>
      </dgm:t>
    </dgm:pt>
    <dgm:pt modelId="{63F436E4-80BA-410C-8DFB-E9D9B0AAD542}">
      <dgm:prSet/>
      <dgm:spPr/>
      <dgm:t>
        <a:bodyPr/>
        <a:lstStyle/>
        <a:p>
          <a:pPr rtl="0"/>
          <a:r>
            <a:rPr lang="en-IE"/>
            <a:t>Read</a:t>
          </a:r>
        </a:p>
      </dgm:t>
    </dgm:pt>
    <dgm:pt modelId="{5EBAF256-015E-45D6-8085-8CD330BE07C9}" type="parTrans" cxnId="{9850E1DE-2C82-429B-B1B7-2E7709D67F10}">
      <dgm:prSet/>
      <dgm:spPr/>
      <dgm:t>
        <a:bodyPr/>
        <a:lstStyle/>
        <a:p>
          <a:endParaRPr lang="en-IE"/>
        </a:p>
      </dgm:t>
    </dgm:pt>
    <dgm:pt modelId="{1C8A5236-24A0-4494-A0AF-F8DBC86CDCD3}" type="sibTrans" cxnId="{9850E1DE-2C82-429B-B1B7-2E7709D67F10}">
      <dgm:prSet/>
      <dgm:spPr/>
      <dgm:t>
        <a:bodyPr/>
        <a:lstStyle/>
        <a:p>
          <a:endParaRPr lang="en-IE"/>
        </a:p>
      </dgm:t>
    </dgm:pt>
    <dgm:pt modelId="{3033897B-C5DA-4E3E-A105-136473394B9B}">
      <dgm:prSet/>
      <dgm:spPr/>
      <dgm:t>
        <a:bodyPr/>
        <a:lstStyle/>
        <a:p>
          <a:pPr rtl="0"/>
          <a:r>
            <a:rPr lang="en-IE" dirty="0"/>
            <a:t>If you think it is relevant to your work</a:t>
          </a:r>
        </a:p>
      </dgm:t>
    </dgm:pt>
    <dgm:pt modelId="{F469A9E6-FA32-4731-ABDC-4E28FBB85827}" type="parTrans" cxnId="{5B35A8C2-89B8-4DF1-A15B-5ED41AD3B82C}">
      <dgm:prSet/>
      <dgm:spPr/>
      <dgm:t>
        <a:bodyPr/>
        <a:lstStyle/>
        <a:p>
          <a:endParaRPr lang="en-IE"/>
        </a:p>
      </dgm:t>
    </dgm:pt>
    <dgm:pt modelId="{A3F89C9E-ADE6-4774-816C-DC0CBDA038F8}" type="sibTrans" cxnId="{5B35A8C2-89B8-4DF1-A15B-5ED41AD3B82C}">
      <dgm:prSet/>
      <dgm:spPr/>
      <dgm:t>
        <a:bodyPr/>
        <a:lstStyle/>
        <a:p>
          <a:endParaRPr lang="en-IE"/>
        </a:p>
      </dgm:t>
    </dgm:pt>
    <dgm:pt modelId="{08341EC0-D7EB-47D1-8F88-866B2143864E}">
      <dgm:prSet/>
      <dgm:spPr/>
      <dgm:t>
        <a:bodyPr/>
        <a:lstStyle/>
        <a:p>
          <a:pPr rtl="0"/>
          <a:r>
            <a:rPr lang="en-IE"/>
            <a:t>Recall</a:t>
          </a:r>
        </a:p>
      </dgm:t>
    </dgm:pt>
    <dgm:pt modelId="{54AA9E50-50BC-43AF-AD3A-9E92DCAD02D6}" type="parTrans" cxnId="{D47724EB-1E9E-45EE-A2E1-236E93BA67F0}">
      <dgm:prSet/>
      <dgm:spPr/>
      <dgm:t>
        <a:bodyPr/>
        <a:lstStyle/>
        <a:p>
          <a:endParaRPr lang="en-IE"/>
        </a:p>
      </dgm:t>
    </dgm:pt>
    <dgm:pt modelId="{9E18423B-2A48-44AB-B002-3015A2118B57}" type="sibTrans" cxnId="{D47724EB-1E9E-45EE-A2E1-236E93BA67F0}">
      <dgm:prSet/>
      <dgm:spPr/>
      <dgm:t>
        <a:bodyPr/>
        <a:lstStyle/>
        <a:p>
          <a:endParaRPr lang="en-IE"/>
        </a:p>
      </dgm:t>
    </dgm:pt>
    <dgm:pt modelId="{EE31CE08-F5F3-4C9E-94E1-AFD45F9D4077}">
      <dgm:prSet/>
      <dgm:spPr/>
      <dgm:t>
        <a:bodyPr/>
        <a:lstStyle/>
        <a:p>
          <a:pPr rtl="0"/>
          <a:r>
            <a:rPr lang="en-IE"/>
            <a:t>Try to recall the main points after reading (and record)</a:t>
          </a:r>
        </a:p>
      </dgm:t>
    </dgm:pt>
    <dgm:pt modelId="{DD5D69C0-B4FC-43B8-8616-378DD927AA89}" type="parTrans" cxnId="{330E5FDC-97CF-4DF4-AAA9-2B0BBF473240}">
      <dgm:prSet/>
      <dgm:spPr/>
      <dgm:t>
        <a:bodyPr/>
        <a:lstStyle/>
        <a:p>
          <a:endParaRPr lang="en-IE"/>
        </a:p>
      </dgm:t>
    </dgm:pt>
    <dgm:pt modelId="{2D8E2175-9440-4F5F-A559-06C6B11D36E4}" type="sibTrans" cxnId="{330E5FDC-97CF-4DF4-AAA9-2B0BBF473240}">
      <dgm:prSet/>
      <dgm:spPr/>
      <dgm:t>
        <a:bodyPr/>
        <a:lstStyle/>
        <a:p>
          <a:endParaRPr lang="en-IE"/>
        </a:p>
      </dgm:t>
    </dgm:pt>
    <dgm:pt modelId="{25BD63C0-855A-450D-B9B4-CB006AAD7A6A}">
      <dgm:prSet/>
      <dgm:spPr/>
      <dgm:t>
        <a:bodyPr/>
        <a:lstStyle/>
        <a:p>
          <a:pPr rtl="0"/>
          <a:r>
            <a:rPr lang="en-IE"/>
            <a:t>Review</a:t>
          </a:r>
        </a:p>
      </dgm:t>
    </dgm:pt>
    <dgm:pt modelId="{3CD54150-70F5-4D5F-A46D-4CE447910F03}" type="parTrans" cxnId="{B4122557-134A-4518-8216-D0E0BAE87C63}">
      <dgm:prSet/>
      <dgm:spPr/>
      <dgm:t>
        <a:bodyPr/>
        <a:lstStyle/>
        <a:p>
          <a:endParaRPr lang="en-IE"/>
        </a:p>
      </dgm:t>
    </dgm:pt>
    <dgm:pt modelId="{E00B887C-32CC-419F-8A74-DA3B258EB93D}" type="sibTrans" cxnId="{B4122557-134A-4518-8216-D0E0BAE87C63}">
      <dgm:prSet/>
      <dgm:spPr/>
      <dgm:t>
        <a:bodyPr/>
        <a:lstStyle/>
        <a:p>
          <a:endParaRPr lang="en-IE"/>
        </a:p>
      </dgm:t>
    </dgm:pt>
    <dgm:pt modelId="{30DD76FD-0C36-4320-B6D7-9CA0CC0DDB8B}">
      <dgm:prSet/>
      <dgm:spPr/>
      <dgm:t>
        <a:bodyPr/>
        <a:lstStyle/>
        <a:p>
          <a:pPr rtl="0"/>
          <a:r>
            <a:rPr lang="en-IE"/>
            <a:t>To confirm you have understood and collected the main points</a:t>
          </a:r>
        </a:p>
      </dgm:t>
    </dgm:pt>
    <dgm:pt modelId="{0C63EEB5-E91D-4BC2-B1A0-D2CCD90936F4}" type="parTrans" cxnId="{A9EE5462-BC3B-4961-9DC6-510BD5F05B20}">
      <dgm:prSet/>
      <dgm:spPr/>
      <dgm:t>
        <a:bodyPr/>
        <a:lstStyle/>
        <a:p>
          <a:endParaRPr lang="en-IE"/>
        </a:p>
      </dgm:t>
    </dgm:pt>
    <dgm:pt modelId="{DDEBFF3D-34E9-41DB-9E5F-60F46B607276}" type="sibTrans" cxnId="{A9EE5462-BC3B-4961-9DC6-510BD5F05B20}">
      <dgm:prSet/>
      <dgm:spPr/>
      <dgm:t>
        <a:bodyPr/>
        <a:lstStyle/>
        <a:p>
          <a:endParaRPr lang="en-IE"/>
        </a:p>
      </dgm:t>
    </dgm:pt>
    <dgm:pt modelId="{2665CB2E-ED34-4C63-9260-903BABC322EA}" type="pres">
      <dgm:prSet presAssocID="{9F29DBD6-A476-4FE9-8FB6-5E0C1A3A73E3}" presName="linearFlow" presStyleCnt="0">
        <dgm:presLayoutVars>
          <dgm:dir/>
          <dgm:animLvl val="lvl"/>
          <dgm:resizeHandles val="exact"/>
        </dgm:presLayoutVars>
      </dgm:prSet>
      <dgm:spPr/>
      <dgm:t>
        <a:bodyPr/>
        <a:lstStyle/>
        <a:p>
          <a:endParaRPr lang="en-IE"/>
        </a:p>
      </dgm:t>
    </dgm:pt>
    <dgm:pt modelId="{A69AF7BF-12ED-474A-AD19-32BA63561F0B}" type="pres">
      <dgm:prSet presAssocID="{94CA07FC-2D58-43AF-A9BB-D998A84613DE}" presName="composite" presStyleCnt="0"/>
      <dgm:spPr/>
    </dgm:pt>
    <dgm:pt modelId="{73009689-8164-4CC4-B9E0-0982951310F1}" type="pres">
      <dgm:prSet presAssocID="{94CA07FC-2D58-43AF-A9BB-D998A84613DE}" presName="parentText" presStyleLbl="alignNode1" presStyleIdx="0" presStyleCnt="5">
        <dgm:presLayoutVars>
          <dgm:chMax val="1"/>
          <dgm:bulletEnabled val="1"/>
        </dgm:presLayoutVars>
      </dgm:prSet>
      <dgm:spPr/>
      <dgm:t>
        <a:bodyPr/>
        <a:lstStyle/>
        <a:p>
          <a:endParaRPr lang="en-IE"/>
        </a:p>
      </dgm:t>
    </dgm:pt>
    <dgm:pt modelId="{D1C37813-8B07-4976-BF8D-C7AAE2B78D74}" type="pres">
      <dgm:prSet presAssocID="{94CA07FC-2D58-43AF-A9BB-D998A84613DE}" presName="descendantText" presStyleLbl="alignAcc1" presStyleIdx="0" presStyleCnt="5">
        <dgm:presLayoutVars>
          <dgm:bulletEnabled val="1"/>
        </dgm:presLayoutVars>
      </dgm:prSet>
      <dgm:spPr/>
      <dgm:t>
        <a:bodyPr/>
        <a:lstStyle/>
        <a:p>
          <a:endParaRPr lang="en-IE"/>
        </a:p>
      </dgm:t>
    </dgm:pt>
    <dgm:pt modelId="{950EECD8-197F-4F02-845E-3EB1E6358AF2}" type="pres">
      <dgm:prSet presAssocID="{5CF22A60-463E-468E-B84C-57C59D5F2D1E}" presName="sp" presStyleCnt="0"/>
      <dgm:spPr/>
    </dgm:pt>
    <dgm:pt modelId="{3FA2EB7A-9F52-4358-8D23-D72FB1DA58DA}" type="pres">
      <dgm:prSet presAssocID="{4ABD0E8B-09EB-49CC-945B-2D987D9E9738}" presName="composite" presStyleCnt="0"/>
      <dgm:spPr/>
    </dgm:pt>
    <dgm:pt modelId="{A97DD041-9AF7-412D-87A0-CA6655ED09EC}" type="pres">
      <dgm:prSet presAssocID="{4ABD0E8B-09EB-49CC-945B-2D987D9E9738}" presName="parentText" presStyleLbl="alignNode1" presStyleIdx="1" presStyleCnt="5">
        <dgm:presLayoutVars>
          <dgm:chMax val="1"/>
          <dgm:bulletEnabled val="1"/>
        </dgm:presLayoutVars>
      </dgm:prSet>
      <dgm:spPr/>
      <dgm:t>
        <a:bodyPr/>
        <a:lstStyle/>
        <a:p>
          <a:endParaRPr lang="en-IE"/>
        </a:p>
      </dgm:t>
    </dgm:pt>
    <dgm:pt modelId="{499ADC1B-9724-4BD5-B7D7-5A9504752C1D}" type="pres">
      <dgm:prSet presAssocID="{4ABD0E8B-09EB-49CC-945B-2D987D9E9738}" presName="descendantText" presStyleLbl="alignAcc1" presStyleIdx="1" presStyleCnt="5">
        <dgm:presLayoutVars>
          <dgm:bulletEnabled val="1"/>
        </dgm:presLayoutVars>
      </dgm:prSet>
      <dgm:spPr/>
      <dgm:t>
        <a:bodyPr/>
        <a:lstStyle/>
        <a:p>
          <a:endParaRPr lang="en-IE"/>
        </a:p>
      </dgm:t>
    </dgm:pt>
    <dgm:pt modelId="{5B65830C-FE22-45DB-8DDA-750F0230A3F3}" type="pres">
      <dgm:prSet presAssocID="{E5990090-D948-44B3-B4A1-7DCE19537F3B}" presName="sp" presStyleCnt="0"/>
      <dgm:spPr/>
    </dgm:pt>
    <dgm:pt modelId="{7D58056E-3A55-47E0-BF5B-941775179D48}" type="pres">
      <dgm:prSet presAssocID="{63F436E4-80BA-410C-8DFB-E9D9B0AAD542}" presName="composite" presStyleCnt="0"/>
      <dgm:spPr/>
    </dgm:pt>
    <dgm:pt modelId="{9EAF87BB-72CB-46C9-BDB4-B454BA9BC8E9}" type="pres">
      <dgm:prSet presAssocID="{63F436E4-80BA-410C-8DFB-E9D9B0AAD542}" presName="parentText" presStyleLbl="alignNode1" presStyleIdx="2" presStyleCnt="5">
        <dgm:presLayoutVars>
          <dgm:chMax val="1"/>
          <dgm:bulletEnabled val="1"/>
        </dgm:presLayoutVars>
      </dgm:prSet>
      <dgm:spPr/>
      <dgm:t>
        <a:bodyPr/>
        <a:lstStyle/>
        <a:p>
          <a:endParaRPr lang="en-IE"/>
        </a:p>
      </dgm:t>
    </dgm:pt>
    <dgm:pt modelId="{D8046D65-3AE4-4F0E-AB0B-620F85D6A34A}" type="pres">
      <dgm:prSet presAssocID="{63F436E4-80BA-410C-8DFB-E9D9B0AAD542}" presName="descendantText" presStyleLbl="alignAcc1" presStyleIdx="2" presStyleCnt="5">
        <dgm:presLayoutVars>
          <dgm:bulletEnabled val="1"/>
        </dgm:presLayoutVars>
      </dgm:prSet>
      <dgm:spPr/>
      <dgm:t>
        <a:bodyPr/>
        <a:lstStyle/>
        <a:p>
          <a:endParaRPr lang="en-IE"/>
        </a:p>
      </dgm:t>
    </dgm:pt>
    <dgm:pt modelId="{C9857464-89C8-49E0-9C52-5613326B12B8}" type="pres">
      <dgm:prSet presAssocID="{1C8A5236-24A0-4494-A0AF-F8DBC86CDCD3}" presName="sp" presStyleCnt="0"/>
      <dgm:spPr/>
    </dgm:pt>
    <dgm:pt modelId="{45C2FD3E-6CC9-4F94-B84A-9571CA311B9B}" type="pres">
      <dgm:prSet presAssocID="{08341EC0-D7EB-47D1-8F88-866B2143864E}" presName="composite" presStyleCnt="0"/>
      <dgm:spPr/>
    </dgm:pt>
    <dgm:pt modelId="{BAC1948C-2FDA-4E55-B675-3834CED87A70}" type="pres">
      <dgm:prSet presAssocID="{08341EC0-D7EB-47D1-8F88-866B2143864E}" presName="parentText" presStyleLbl="alignNode1" presStyleIdx="3" presStyleCnt="5">
        <dgm:presLayoutVars>
          <dgm:chMax val="1"/>
          <dgm:bulletEnabled val="1"/>
        </dgm:presLayoutVars>
      </dgm:prSet>
      <dgm:spPr/>
      <dgm:t>
        <a:bodyPr/>
        <a:lstStyle/>
        <a:p>
          <a:endParaRPr lang="en-IE"/>
        </a:p>
      </dgm:t>
    </dgm:pt>
    <dgm:pt modelId="{CC76D54F-6D7A-4543-8E97-03B39EFE7999}" type="pres">
      <dgm:prSet presAssocID="{08341EC0-D7EB-47D1-8F88-866B2143864E}" presName="descendantText" presStyleLbl="alignAcc1" presStyleIdx="3" presStyleCnt="5">
        <dgm:presLayoutVars>
          <dgm:bulletEnabled val="1"/>
        </dgm:presLayoutVars>
      </dgm:prSet>
      <dgm:spPr/>
      <dgm:t>
        <a:bodyPr/>
        <a:lstStyle/>
        <a:p>
          <a:endParaRPr lang="en-IE"/>
        </a:p>
      </dgm:t>
    </dgm:pt>
    <dgm:pt modelId="{D9DA8F1B-FC3D-4583-ADDC-0F6BCAADFAD3}" type="pres">
      <dgm:prSet presAssocID="{9E18423B-2A48-44AB-B002-3015A2118B57}" presName="sp" presStyleCnt="0"/>
      <dgm:spPr/>
    </dgm:pt>
    <dgm:pt modelId="{FCB1FB78-CFA7-4801-B7E9-DBA508818FCF}" type="pres">
      <dgm:prSet presAssocID="{25BD63C0-855A-450D-B9B4-CB006AAD7A6A}" presName="composite" presStyleCnt="0"/>
      <dgm:spPr/>
    </dgm:pt>
    <dgm:pt modelId="{CDBB6164-E1E6-4400-A1FB-EDC1E4B1BA17}" type="pres">
      <dgm:prSet presAssocID="{25BD63C0-855A-450D-B9B4-CB006AAD7A6A}" presName="parentText" presStyleLbl="alignNode1" presStyleIdx="4" presStyleCnt="5">
        <dgm:presLayoutVars>
          <dgm:chMax val="1"/>
          <dgm:bulletEnabled val="1"/>
        </dgm:presLayoutVars>
      </dgm:prSet>
      <dgm:spPr/>
      <dgm:t>
        <a:bodyPr/>
        <a:lstStyle/>
        <a:p>
          <a:endParaRPr lang="en-IE"/>
        </a:p>
      </dgm:t>
    </dgm:pt>
    <dgm:pt modelId="{2E5CA0B7-EE58-461A-8849-967C7D2ACB7D}" type="pres">
      <dgm:prSet presAssocID="{25BD63C0-855A-450D-B9B4-CB006AAD7A6A}" presName="descendantText" presStyleLbl="alignAcc1" presStyleIdx="4" presStyleCnt="5">
        <dgm:presLayoutVars>
          <dgm:bulletEnabled val="1"/>
        </dgm:presLayoutVars>
      </dgm:prSet>
      <dgm:spPr/>
      <dgm:t>
        <a:bodyPr/>
        <a:lstStyle/>
        <a:p>
          <a:endParaRPr lang="en-IE"/>
        </a:p>
      </dgm:t>
    </dgm:pt>
  </dgm:ptLst>
  <dgm:cxnLst>
    <dgm:cxn modelId="{7542B1A8-42F2-4565-BF24-70B5828C451F}" type="presOf" srcId="{94CA07FC-2D58-43AF-A9BB-D998A84613DE}" destId="{73009689-8164-4CC4-B9E0-0982951310F1}" srcOrd="0" destOrd="0" presId="urn:microsoft.com/office/officeart/2005/8/layout/chevron2"/>
    <dgm:cxn modelId="{A9EE5462-BC3B-4961-9DC6-510BD5F05B20}" srcId="{25BD63C0-855A-450D-B9B4-CB006AAD7A6A}" destId="{30DD76FD-0C36-4320-B6D7-9CA0CC0DDB8B}" srcOrd="0" destOrd="0" parTransId="{0C63EEB5-E91D-4BC2-B1A0-D2CCD90936F4}" sibTransId="{DDEBFF3D-34E9-41DB-9E5F-60F46B607276}"/>
    <dgm:cxn modelId="{379ACB16-4968-424D-B2FB-40F1E428299A}" srcId="{94CA07FC-2D58-43AF-A9BB-D998A84613DE}" destId="{5EFCF9D7-1BE2-4B02-B9E1-53056C82C669}" srcOrd="0" destOrd="0" parTransId="{D2F9C1AD-0AD1-4C4B-A709-2C51112D0D5B}" sibTransId="{4F054CC0-910F-4845-8394-C4F967869394}"/>
    <dgm:cxn modelId="{0D6197F0-BAEE-449D-BFB3-CCBFF29B959B}" srcId="{4ABD0E8B-09EB-49CC-945B-2D987D9E9738}" destId="{B4AD7D43-8A67-4E8E-83F0-E461E736E20B}" srcOrd="0" destOrd="0" parTransId="{3AB9EB8A-7159-47DF-B699-9D4C4A94A6DB}" sibTransId="{49C07F48-7A9A-446C-9C5F-B39713EBDE29}"/>
    <dgm:cxn modelId="{453C3125-007B-43FD-B007-74D4B48808FB}" type="presOf" srcId="{30DD76FD-0C36-4320-B6D7-9CA0CC0DDB8B}" destId="{2E5CA0B7-EE58-461A-8849-967C7D2ACB7D}" srcOrd="0" destOrd="0" presId="urn:microsoft.com/office/officeart/2005/8/layout/chevron2"/>
    <dgm:cxn modelId="{D47724EB-1E9E-45EE-A2E1-236E93BA67F0}" srcId="{9F29DBD6-A476-4FE9-8FB6-5E0C1A3A73E3}" destId="{08341EC0-D7EB-47D1-8F88-866B2143864E}" srcOrd="3" destOrd="0" parTransId="{54AA9E50-50BC-43AF-AD3A-9E92DCAD02D6}" sibTransId="{9E18423B-2A48-44AB-B002-3015A2118B57}"/>
    <dgm:cxn modelId="{B4122557-134A-4518-8216-D0E0BAE87C63}" srcId="{9F29DBD6-A476-4FE9-8FB6-5E0C1A3A73E3}" destId="{25BD63C0-855A-450D-B9B4-CB006AAD7A6A}" srcOrd="4" destOrd="0" parTransId="{3CD54150-70F5-4D5F-A46D-4CE447910F03}" sibTransId="{E00B887C-32CC-419F-8A74-DA3B258EB93D}"/>
    <dgm:cxn modelId="{A8EAA7A1-98C3-4AC5-82F9-D080D9ADB883}" type="presOf" srcId="{4ABD0E8B-09EB-49CC-945B-2D987D9E9738}" destId="{A97DD041-9AF7-412D-87A0-CA6655ED09EC}" srcOrd="0" destOrd="0" presId="urn:microsoft.com/office/officeart/2005/8/layout/chevron2"/>
    <dgm:cxn modelId="{330E5FDC-97CF-4DF4-AAA9-2B0BBF473240}" srcId="{08341EC0-D7EB-47D1-8F88-866B2143864E}" destId="{EE31CE08-F5F3-4C9E-94E1-AFD45F9D4077}" srcOrd="0" destOrd="0" parTransId="{DD5D69C0-B4FC-43B8-8616-378DD927AA89}" sibTransId="{2D8E2175-9440-4F5F-A559-06C6B11D36E4}"/>
    <dgm:cxn modelId="{85876237-63DE-44D8-BFC1-2EE9D29FB49A}" type="presOf" srcId="{EE31CE08-F5F3-4C9E-94E1-AFD45F9D4077}" destId="{CC76D54F-6D7A-4543-8E97-03B39EFE7999}" srcOrd="0" destOrd="0" presId="urn:microsoft.com/office/officeart/2005/8/layout/chevron2"/>
    <dgm:cxn modelId="{DC6FC3E4-8488-4AB3-A9BA-BEBF319A6B4E}" type="presOf" srcId="{3033897B-C5DA-4E3E-A105-136473394B9B}" destId="{D8046D65-3AE4-4F0E-AB0B-620F85D6A34A}" srcOrd="0" destOrd="0" presId="urn:microsoft.com/office/officeart/2005/8/layout/chevron2"/>
    <dgm:cxn modelId="{216C2799-5E32-4BD4-A493-4B0B88CFDABE}" type="presOf" srcId="{9F29DBD6-A476-4FE9-8FB6-5E0C1A3A73E3}" destId="{2665CB2E-ED34-4C63-9260-903BABC322EA}" srcOrd="0" destOrd="0" presId="urn:microsoft.com/office/officeart/2005/8/layout/chevron2"/>
    <dgm:cxn modelId="{5B35A8C2-89B8-4DF1-A15B-5ED41AD3B82C}" srcId="{63F436E4-80BA-410C-8DFB-E9D9B0AAD542}" destId="{3033897B-C5DA-4E3E-A105-136473394B9B}" srcOrd="0" destOrd="0" parTransId="{F469A9E6-FA32-4731-ABDC-4E28FBB85827}" sibTransId="{A3F89C9E-ADE6-4774-816C-DC0CBDA038F8}"/>
    <dgm:cxn modelId="{791FD969-5990-40D2-AC4D-95B58B9BB4D7}" type="presOf" srcId="{B4AD7D43-8A67-4E8E-83F0-E461E736E20B}" destId="{499ADC1B-9724-4BD5-B7D7-5A9504752C1D}" srcOrd="0" destOrd="0" presId="urn:microsoft.com/office/officeart/2005/8/layout/chevron2"/>
    <dgm:cxn modelId="{2EAD50FE-EBD8-4BB1-9E4B-15AF656FF799}" type="presOf" srcId="{08341EC0-D7EB-47D1-8F88-866B2143864E}" destId="{BAC1948C-2FDA-4E55-B675-3834CED87A70}" srcOrd="0" destOrd="0" presId="urn:microsoft.com/office/officeart/2005/8/layout/chevron2"/>
    <dgm:cxn modelId="{9B3D9F3B-5A1A-4A55-9978-968FADD9FA68}" type="presOf" srcId="{5EFCF9D7-1BE2-4B02-B9E1-53056C82C669}" destId="{D1C37813-8B07-4976-BF8D-C7AAE2B78D74}" srcOrd="0" destOrd="0" presId="urn:microsoft.com/office/officeart/2005/8/layout/chevron2"/>
    <dgm:cxn modelId="{AA2BC9CE-1877-430A-919B-8032688BFC7C}" type="presOf" srcId="{63F436E4-80BA-410C-8DFB-E9D9B0AAD542}" destId="{9EAF87BB-72CB-46C9-BDB4-B454BA9BC8E9}" srcOrd="0" destOrd="0" presId="urn:microsoft.com/office/officeart/2005/8/layout/chevron2"/>
    <dgm:cxn modelId="{9850E1DE-2C82-429B-B1B7-2E7709D67F10}" srcId="{9F29DBD6-A476-4FE9-8FB6-5E0C1A3A73E3}" destId="{63F436E4-80BA-410C-8DFB-E9D9B0AAD542}" srcOrd="2" destOrd="0" parTransId="{5EBAF256-015E-45D6-8085-8CD330BE07C9}" sibTransId="{1C8A5236-24A0-4494-A0AF-F8DBC86CDCD3}"/>
    <dgm:cxn modelId="{738F6AFD-EC71-4E27-A731-1FDC3312121B}" srcId="{9F29DBD6-A476-4FE9-8FB6-5E0C1A3A73E3}" destId="{4ABD0E8B-09EB-49CC-945B-2D987D9E9738}" srcOrd="1" destOrd="0" parTransId="{704B9C6A-1535-478A-9827-923744979E5A}" sibTransId="{E5990090-D948-44B3-B4A1-7DCE19537F3B}"/>
    <dgm:cxn modelId="{80E158FE-2EBC-4FE5-B693-63C5265E84A5}" srcId="{9F29DBD6-A476-4FE9-8FB6-5E0C1A3A73E3}" destId="{94CA07FC-2D58-43AF-A9BB-D998A84613DE}" srcOrd="0" destOrd="0" parTransId="{AD280224-4C75-4923-9494-C55FF5C956CA}" sibTransId="{5CF22A60-463E-468E-B84C-57C59D5F2D1E}"/>
    <dgm:cxn modelId="{20E8F9D4-67A8-4012-95FF-0E4F5855545F}" type="presOf" srcId="{25BD63C0-855A-450D-B9B4-CB006AAD7A6A}" destId="{CDBB6164-E1E6-4400-A1FB-EDC1E4B1BA17}" srcOrd="0" destOrd="0" presId="urn:microsoft.com/office/officeart/2005/8/layout/chevron2"/>
    <dgm:cxn modelId="{37F9D0C7-B1FB-4697-9A1E-4A2BDE0FBCD0}" type="presParOf" srcId="{2665CB2E-ED34-4C63-9260-903BABC322EA}" destId="{A69AF7BF-12ED-474A-AD19-32BA63561F0B}" srcOrd="0" destOrd="0" presId="urn:microsoft.com/office/officeart/2005/8/layout/chevron2"/>
    <dgm:cxn modelId="{AE7C7C20-0528-4D00-B7AB-9904775F2C4C}" type="presParOf" srcId="{A69AF7BF-12ED-474A-AD19-32BA63561F0B}" destId="{73009689-8164-4CC4-B9E0-0982951310F1}" srcOrd="0" destOrd="0" presId="urn:microsoft.com/office/officeart/2005/8/layout/chevron2"/>
    <dgm:cxn modelId="{10130CEF-F9D0-426B-88BE-4460C9CDCD71}" type="presParOf" srcId="{A69AF7BF-12ED-474A-AD19-32BA63561F0B}" destId="{D1C37813-8B07-4976-BF8D-C7AAE2B78D74}" srcOrd="1" destOrd="0" presId="urn:microsoft.com/office/officeart/2005/8/layout/chevron2"/>
    <dgm:cxn modelId="{5A5BD2BE-7BD3-4F64-8FE5-D093C2C23C6B}" type="presParOf" srcId="{2665CB2E-ED34-4C63-9260-903BABC322EA}" destId="{950EECD8-197F-4F02-845E-3EB1E6358AF2}" srcOrd="1" destOrd="0" presId="urn:microsoft.com/office/officeart/2005/8/layout/chevron2"/>
    <dgm:cxn modelId="{0180B589-9D7E-404C-9733-84281AFCAE48}" type="presParOf" srcId="{2665CB2E-ED34-4C63-9260-903BABC322EA}" destId="{3FA2EB7A-9F52-4358-8D23-D72FB1DA58DA}" srcOrd="2" destOrd="0" presId="urn:microsoft.com/office/officeart/2005/8/layout/chevron2"/>
    <dgm:cxn modelId="{C0E1F846-A823-4CE6-8E05-3B1C899B0712}" type="presParOf" srcId="{3FA2EB7A-9F52-4358-8D23-D72FB1DA58DA}" destId="{A97DD041-9AF7-412D-87A0-CA6655ED09EC}" srcOrd="0" destOrd="0" presId="urn:microsoft.com/office/officeart/2005/8/layout/chevron2"/>
    <dgm:cxn modelId="{ABAB4926-97B5-4635-B6CE-D34E8867DD0A}" type="presParOf" srcId="{3FA2EB7A-9F52-4358-8D23-D72FB1DA58DA}" destId="{499ADC1B-9724-4BD5-B7D7-5A9504752C1D}" srcOrd="1" destOrd="0" presId="urn:microsoft.com/office/officeart/2005/8/layout/chevron2"/>
    <dgm:cxn modelId="{8F5D6605-3649-45C4-88C0-F251D43615CF}" type="presParOf" srcId="{2665CB2E-ED34-4C63-9260-903BABC322EA}" destId="{5B65830C-FE22-45DB-8DDA-750F0230A3F3}" srcOrd="3" destOrd="0" presId="urn:microsoft.com/office/officeart/2005/8/layout/chevron2"/>
    <dgm:cxn modelId="{AF4C0F83-07BC-47AB-AA53-B62209733DE5}" type="presParOf" srcId="{2665CB2E-ED34-4C63-9260-903BABC322EA}" destId="{7D58056E-3A55-47E0-BF5B-941775179D48}" srcOrd="4" destOrd="0" presId="urn:microsoft.com/office/officeart/2005/8/layout/chevron2"/>
    <dgm:cxn modelId="{1D59A24B-FE9A-4FFD-BCDC-B03C0FF8768E}" type="presParOf" srcId="{7D58056E-3A55-47E0-BF5B-941775179D48}" destId="{9EAF87BB-72CB-46C9-BDB4-B454BA9BC8E9}" srcOrd="0" destOrd="0" presId="urn:microsoft.com/office/officeart/2005/8/layout/chevron2"/>
    <dgm:cxn modelId="{11ADA146-639B-4891-B511-A3F05C65B540}" type="presParOf" srcId="{7D58056E-3A55-47E0-BF5B-941775179D48}" destId="{D8046D65-3AE4-4F0E-AB0B-620F85D6A34A}" srcOrd="1" destOrd="0" presId="urn:microsoft.com/office/officeart/2005/8/layout/chevron2"/>
    <dgm:cxn modelId="{61B774AA-063F-41F2-8492-E973DB5E61F1}" type="presParOf" srcId="{2665CB2E-ED34-4C63-9260-903BABC322EA}" destId="{C9857464-89C8-49E0-9C52-5613326B12B8}" srcOrd="5" destOrd="0" presId="urn:microsoft.com/office/officeart/2005/8/layout/chevron2"/>
    <dgm:cxn modelId="{FCFE1E41-B4AD-45A1-BDB3-7890C2EFC8C1}" type="presParOf" srcId="{2665CB2E-ED34-4C63-9260-903BABC322EA}" destId="{45C2FD3E-6CC9-4F94-B84A-9571CA311B9B}" srcOrd="6" destOrd="0" presId="urn:microsoft.com/office/officeart/2005/8/layout/chevron2"/>
    <dgm:cxn modelId="{203598E3-D5DB-4F7E-9BD2-0D36BE949E04}" type="presParOf" srcId="{45C2FD3E-6CC9-4F94-B84A-9571CA311B9B}" destId="{BAC1948C-2FDA-4E55-B675-3834CED87A70}" srcOrd="0" destOrd="0" presId="urn:microsoft.com/office/officeart/2005/8/layout/chevron2"/>
    <dgm:cxn modelId="{43DFF636-E8C7-4A34-9B2A-784B2DFCA884}" type="presParOf" srcId="{45C2FD3E-6CC9-4F94-B84A-9571CA311B9B}" destId="{CC76D54F-6D7A-4543-8E97-03B39EFE7999}" srcOrd="1" destOrd="0" presId="urn:microsoft.com/office/officeart/2005/8/layout/chevron2"/>
    <dgm:cxn modelId="{88AC0B8F-57D2-4857-86C4-1B5310F44BEC}" type="presParOf" srcId="{2665CB2E-ED34-4C63-9260-903BABC322EA}" destId="{D9DA8F1B-FC3D-4583-ADDC-0F6BCAADFAD3}" srcOrd="7" destOrd="0" presId="urn:microsoft.com/office/officeart/2005/8/layout/chevron2"/>
    <dgm:cxn modelId="{FA951C7B-300D-4E08-A0FD-DD071F375D65}" type="presParOf" srcId="{2665CB2E-ED34-4C63-9260-903BABC322EA}" destId="{FCB1FB78-CFA7-4801-B7E9-DBA508818FCF}" srcOrd="8" destOrd="0" presId="urn:microsoft.com/office/officeart/2005/8/layout/chevron2"/>
    <dgm:cxn modelId="{F1843DAE-F0FD-41B8-9C5A-F90D5B2FADD2}" type="presParOf" srcId="{FCB1FB78-CFA7-4801-B7E9-DBA508818FCF}" destId="{CDBB6164-E1E6-4400-A1FB-EDC1E4B1BA17}" srcOrd="0" destOrd="0" presId="urn:microsoft.com/office/officeart/2005/8/layout/chevron2"/>
    <dgm:cxn modelId="{49B25587-8B21-4A42-9CA0-CB13819215CB}" type="presParOf" srcId="{FCB1FB78-CFA7-4801-B7E9-DBA508818FCF}" destId="{2E5CA0B7-EE58-461A-8849-967C7D2ACB7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CCE079-C327-4193-8F1A-235013FAC41E}" type="doc">
      <dgm:prSet loTypeId="urn:microsoft.com/office/officeart/2009/3/layout/StepUpProcess" loCatId="process" qsTypeId="urn:microsoft.com/office/officeart/2005/8/quickstyle/simple1" qsCatId="simple" csTypeId="urn:microsoft.com/office/officeart/2005/8/colors/colorful2" csCatId="colorful" phldr="1"/>
      <dgm:spPr/>
      <dgm:t>
        <a:bodyPr/>
        <a:lstStyle/>
        <a:p>
          <a:endParaRPr lang="en-IE"/>
        </a:p>
      </dgm:t>
    </dgm:pt>
    <dgm:pt modelId="{E7C14DBC-53A0-4A3D-BDA3-115946529AC5}">
      <dgm:prSet custT="1"/>
      <dgm:spPr/>
      <dgm:t>
        <a:bodyPr/>
        <a:lstStyle/>
        <a:p>
          <a:pPr rtl="0"/>
          <a:r>
            <a:rPr lang="en-IE" sz="1000" dirty="0"/>
            <a:t>Title</a:t>
          </a:r>
        </a:p>
        <a:p>
          <a:pPr rtl="0"/>
          <a:r>
            <a:rPr lang="en-IE" sz="900" i="1" dirty="0"/>
            <a:t>(If relevant look at TOC, Keywords</a:t>
          </a:r>
          <a:r>
            <a:rPr lang="en-IE" sz="1000" i="1" dirty="0"/>
            <a:t>)</a:t>
          </a:r>
        </a:p>
      </dgm:t>
    </dgm:pt>
    <dgm:pt modelId="{F71651A3-AD32-42DB-A1AD-75F92D742475}" type="parTrans" cxnId="{BCB58350-CCBD-4CC1-A5B2-FAD53C72D357}">
      <dgm:prSet/>
      <dgm:spPr/>
      <dgm:t>
        <a:bodyPr/>
        <a:lstStyle/>
        <a:p>
          <a:endParaRPr lang="en-IE" sz="2400"/>
        </a:p>
      </dgm:t>
    </dgm:pt>
    <dgm:pt modelId="{6EACD0A1-84E0-4ABD-8814-FF3EF926B0D5}" type="sibTrans" cxnId="{BCB58350-CCBD-4CC1-A5B2-FAD53C72D357}">
      <dgm:prSet/>
      <dgm:spPr/>
      <dgm:t>
        <a:bodyPr/>
        <a:lstStyle/>
        <a:p>
          <a:endParaRPr lang="en-IE" sz="2400"/>
        </a:p>
      </dgm:t>
    </dgm:pt>
    <dgm:pt modelId="{13FD01F0-0C7F-49B6-9E4D-9B2757EC67C4}">
      <dgm:prSet custT="1"/>
      <dgm:spPr/>
      <dgm:t>
        <a:bodyPr/>
        <a:lstStyle/>
        <a:p>
          <a:pPr rtl="0"/>
          <a:r>
            <a:rPr lang="en-IE" sz="1000" dirty="0"/>
            <a:t>Abstract</a:t>
          </a:r>
        </a:p>
      </dgm:t>
    </dgm:pt>
    <dgm:pt modelId="{F89F4E8C-75D3-4671-9377-234A75388EDC}" type="parTrans" cxnId="{A9281DC0-1DC1-4DEF-A25D-9246262D5C82}">
      <dgm:prSet/>
      <dgm:spPr/>
      <dgm:t>
        <a:bodyPr/>
        <a:lstStyle/>
        <a:p>
          <a:endParaRPr lang="en-IE" sz="2400"/>
        </a:p>
      </dgm:t>
    </dgm:pt>
    <dgm:pt modelId="{E6D1A5CF-313C-4F2E-8403-6575CF703956}" type="sibTrans" cxnId="{A9281DC0-1DC1-4DEF-A25D-9246262D5C82}">
      <dgm:prSet/>
      <dgm:spPr/>
      <dgm:t>
        <a:bodyPr/>
        <a:lstStyle/>
        <a:p>
          <a:endParaRPr lang="en-IE" sz="2400"/>
        </a:p>
      </dgm:t>
    </dgm:pt>
    <dgm:pt modelId="{FC661E29-D531-4CFF-96D9-83D4CA16646B}">
      <dgm:prSet custT="1"/>
      <dgm:spPr/>
      <dgm:t>
        <a:bodyPr/>
        <a:lstStyle/>
        <a:p>
          <a:pPr rtl="0"/>
          <a:r>
            <a:rPr lang="en-IE" sz="1000" dirty="0"/>
            <a:t>Make decision to read/discard</a:t>
          </a:r>
        </a:p>
      </dgm:t>
    </dgm:pt>
    <dgm:pt modelId="{8887BF47-D1F1-4501-9240-CB36FD6E48D8}" type="parTrans" cxnId="{523E0DF4-0122-44E4-8F1D-35FAE2117480}">
      <dgm:prSet/>
      <dgm:spPr/>
      <dgm:t>
        <a:bodyPr/>
        <a:lstStyle/>
        <a:p>
          <a:endParaRPr lang="en-IE" sz="2400"/>
        </a:p>
      </dgm:t>
    </dgm:pt>
    <dgm:pt modelId="{1F19EF90-D58B-4401-A4E2-8D5EC6BBFA4E}" type="sibTrans" cxnId="{523E0DF4-0122-44E4-8F1D-35FAE2117480}">
      <dgm:prSet/>
      <dgm:spPr/>
      <dgm:t>
        <a:bodyPr/>
        <a:lstStyle/>
        <a:p>
          <a:endParaRPr lang="en-IE" sz="2400"/>
        </a:p>
      </dgm:t>
    </dgm:pt>
    <dgm:pt modelId="{35C5B5D1-E7DE-4910-B4F1-77F3FD4CC8E3}">
      <dgm:prSet custT="1"/>
      <dgm:spPr/>
      <dgm:t>
        <a:bodyPr/>
        <a:lstStyle/>
        <a:p>
          <a:pPr rtl="0"/>
          <a:r>
            <a:rPr lang="en-IE" sz="1000" dirty="0"/>
            <a:t>Section headings</a:t>
          </a:r>
        </a:p>
      </dgm:t>
    </dgm:pt>
    <dgm:pt modelId="{1E48A25A-E712-4919-9A86-5FE9D5AD2331}" type="parTrans" cxnId="{8CB3D6C0-9CEF-45BE-A56C-B3A2FF402CDE}">
      <dgm:prSet/>
      <dgm:spPr/>
      <dgm:t>
        <a:bodyPr/>
        <a:lstStyle/>
        <a:p>
          <a:endParaRPr lang="en-IE" sz="2400"/>
        </a:p>
      </dgm:t>
    </dgm:pt>
    <dgm:pt modelId="{DECEF444-CB6F-4922-B644-974AE5171FD6}" type="sibTrans" cxnId="{8CB3D6C0-9CEF-45BE-A56C-B3A2FF402CDE}">
      <dgm:prSet/>
      <dgm:spPr/>
      <dgm:t>
        <a:bodyPr/>
        <a:lstStyle/>
        <a:p>
          <a:endParaRPr lang="en-IE" sz="2400"/>
        </a:p>
      </dgm:t>
    </dgm:pt>
    <dgm:pt modelId="{9EA52B7D-4731-472E-923D-A39AF8A8DA0F}">
      <dgm:prSet custT="1"/>
      <dgm:spPr/>
      <dgm:t>
        <a:bodyPr/>
        <a:lstStyle/>
        <a:p>
          <a:pPr rtl="0"/>
          <a:r>
            <a:rPr lang="en-IE" sz="1000" dirty="0"/>
            <a:t>Conclusion</a:t>
          </a:r>
        </a:p>
      </dgm:t>
    </dgm:pt>
    <dgm:pt modelId="{C06EB15F-7285-4224-9C7A-CF4E2DE7F7C5}" type="parTrans" cxnId="{D03FB506-5C67-4557-AD52-E1FCF2B5E958}">
      <dgm:prSet/>
      <dgm:spPr/>
      <dgm:t>
        <a:bodyPr/>
        <a:lstStyle/>
        <a:p>
          <a:endParaRPr lang="en-IE" sz="2400"/>
        </a:p>
      </dgm:t>
    </dgm:pt>
    <dgm:pt modelId="{03AAFC06-B175-43A6-BD94-B19978AC2D11}" type="sibTrans" cxnId="{D03FB506-5C67-4557-AD52-E1FCF2B5E958}">
      <dgm:prSet/>
      <dgm:spPr/>
      <dgm:t>
        <a:bodyPr/>
        <a:lstStyle/>
        <a:p>
          <a:endParaRPr lang="en-IE" sz="2400"/>
        </a:p>
      </dgm:t>
    </dgm:pt>
    <dgm:pt modelId="{D1387AC1-80FC-4241-9517-1DC09D8F13D2}">
      <dgm:prSet custT="1"/>
      <dgm:spPr/>
      <dgm:t>
        <a:bodyPr/>
        <a:lstStyle/>
        <a:p>
          <a:pPr rtl="0"/>
          <a:r>
            <a:rPr lang="en-IE" sz="1000" dirty="0"/>
            <a:t>Introduction</a:t>
          </a:r>
        </a:p>
      </dgm:t>
    </dgm:pt>
    <dgm:pt modelId="{820C9E0A-2995-49A8-B81D-18D2C36332A5}" type="parTrans" cxnId="{31B50115-48BF-492F-AF6C-F661E38FA87A}">
      <dgm:prSet/>
      <dgm:spPr/>
      <dgm:t>
        <a:bodyPr/>
        <a:lstStyle/>
        <a:p>
          <a:endParaRPr lang="en-IE" sz="2400"/>
        </a:p>
      </dgm:t>
    </dgm:pt>
    <dgm:pt modelId="{F95591EE-48E7-43A3-8E73-AF21D875ED8F}" type="sibTrans" cxnId="{31B50115-48BF-492F-AF6C-F661E38FA87A}">
      <dgm:prSet/>
      <dgm:spPr/>
      <dgm:t>
        <a:bodyPr/>
        <a:lstStyle/>
        <a:p>
          <a:endParaRPr lang="en-IE" sz="2400"/>
        </a:p>
      </dgm:t>
    </dgm:pt>
    <dgm:pt modelId="{EC19953E-DD5E-4292-B7C4-8D40582693DC}">
      <dgm:prSet custT="1"/>
      <dgm:spPr/>
      <dgm:t>
        <a:bodyPr/>
        <a:lstStyle/>
        <a:p>
          <a:pPr rtl="0"/>
          <a:r>
            <a:rPr lang="en-IE" sz="1000" dirty="0"/>
            <a:t>Bibliography</a:t>
          </a:r>
        </a:p>
      </dgm:t>
    </dgm:pt>
    <dgm:pt modelId="{D40EDD35-B647-44AC-99CA-6741444AA606}" type="parTrans" cxnId="{C84177A2-238D-44C9-BF4C-CD5EE0049B09}">
      <dgm:prSet/>
      <dgm:spPr/>
      <dgm:t>
        <a:bodyPr/>
        <a:lstStyle/>
        <a:p>
          <a:endParaRPr lang="en-IE" sz="2400"/>
        </a:p>
      </dgm:t>
    </dgm:pt>
    <dgm:pt modelId="{0CA3CA71-76BD-4EB4-8E8F-A5F3BF8022F0}" type="sibTrans" cxnId="{C84177A2-238D-44C9-BF4C-CD5EE0049B09}">
      <dgm:prSet/>
      <dgm:spPr/>
      <dgm:t>
        <a:bodyPr/>
        <a:lstStyle/>
        <a:p>
          <a:endParaRPr lang="en-IE" sz="2400"/>
        </a:p>
      </dgm:t>
    </dgm:pt>
    <dgm:pt modelId="{B45C24EA-4879-49B6-AC58-C9388742783D}" type="pres">
      <dgm:prSet presAssocID="{03CCE079-C327-4193-8F1A-235013FAC41E}" presName="rootnode" presStyleCnt="0">
        <dgm:presLayoutVars>
          <dgm:chMax/>
          <dgm:chPref/>
          <dgm:dir/>
          <dgm:animLvl val="lvl"/>
        </dgm:presLayoutVars>
      </dgm:prSet>
      <dgm:spPr/>
      <dgm:t>
        <a:bodyPr/>
        <a:lstStyle/>
        <a:p>
          <a:endParaRPr lang="en-IE"/>
        </a:p>
      </dgm:t>
    </dgm:pt>
    <dgm:pt modelId="{646DCD16-D9D7-4732-A632-08C93A59EE90}" type="pres">
      <dgm:prSet presAssocID="{E7C14DBC-53A0-4A3D-BDA3-115946529AC5}" presName="composite" presStyleCnt="0"/>
      <dgm:spPr/>
    </dgm:pt>
    <dgm:pt modelId="{4B203FDE-A98A-4D71-A82D-924B3245182D}" type="pres">
      <dgm:prSet presAssocID="{E7C14DBC-53A0-4A3D-BDA3-115946529AC5}" presName="LShape" presStyleLbl="alignNode1" presStyleIdx="0" presStyleCnt="13"/>
      <dgm:spPr/>
    </dgm:pt>
    <dgm:pt modelId="{FDE3A351-2823-4BA8-8710-97B0C8A48DDD}" type="pres">
      <dgm:prSet presAssocID="{E7C14DBC-53A0-4A3D-BDA3-115946529AC5}" presName="ParentText" presStyleLbl="revTx" presStyleIdx="0" presStyleCnt="7">
        <dgm:presLayoutVars>
          <dgm:chMax val="0"/>
          <dgm:chPref val="0"/>
          <dgm:bulletEnabled val="1"/>
        </dgm:presLayoutVars>
      </dgm:prSet>
      <dgm:spPr/>
      <dgm:t>
        <a:bodyPr/>
        <a:lstStyle/>
        <a:p>
          <a:endParaRPr lang="en-IE"/>
        </a:p>
      </dgm:t>
    </dgm:pt>
    <dgm:pt modelId="{3E465A9D-C774-4080-B7C5-12FB003E3602}" type="pres">
      <dgm:prSet presAssocID="{E7C14DBC-53A0-4A3D-BDA3-115946529AC5}" presName="Triangle" presStyleLbl="alignNode1" presStyleIdx="1" presStyleCnt="13"/>
      <dgm:spPr/>
    </dgm:pt>
    <dgm:pt modelId="{A47FEFCD-A2B9-4788-9E37-4F0046300701}" type="pres">
      <dgm:prSet presAssocID="{6EACD0A1-84E0-4ABD-8814-FF3EF926B0D5}" presName="sibTrans" presStyleCnt="0"/>
      <dgm:spPr/>
    </dgm:pt>
    <dgm:pt modelId="{01AE98CF-A913-4B56-985D-85498CB5C87B}" type="pres">
      <dgm:prSet presAssocID="{6EACD0A1-84E0-4ABD-8814-FF3EF926B0D5}" presName="space" presStyleCnt="0"/>
      <dgm:spPr/>
    </dgm:pt>
    <dgm:pt modelId="{FB76E3B1-ABC2-47C4-9638-69A2CC4A743B}" type="pres">
      <dgm:prSet presAssocID="{13FD01F0-0C7F-49B6-9E4D-9B2757EC67C4}" presName="composite" presStyleCnt="0"/>
      <dgm:spPr/>
    </dgm:pt>
    <dgm:pt modelId="{0B928ED3-6EC9-422E-B6F3-B44BDA194CC6}" type="pres">
      <dgm:prSet presAssocID="{13FD01F0-0C7F-49B6-9E4D-9B2757EC67C4}" presName="LShape" presStyleLbl="alignNode1" presStyleIdx="2" presStyleCnt="13"/>
      <dgm:spPr/>
    </dgm:pt>
    <dgm:pt modelId="{C8CFE1C6-5515-432E-B3F1-AFD7AD7AF39A}" type="pres">
      <dgm:prSet presAssocID="{13FD01F0-0C7F-49B6-9E4D-9B2757EC67C4}" presName="ParentText" presStyleLbl="revTx" presStyleIdx="1" presStyleCnt="7">
        <dgm:presLayoutVars>
          <dgm:chMax val="0"/>
          <dgm:chPref val="0"/>
          <dgm:bulletEnabled val="1"/>
        </dgm:presLayoutVars>
      </dgm:prSet>
      <dgm:spPr/>
      <dgm:t>
        <a:bodyPr/>
        <a:lstStyle/>
        <a:p>
          <a:endParaRPr lang="en-IE"/>
        </a:p>
      </dgm:t>
    </dgm:pt>
    <dgm:pt modelId="{20495964-777A-4C9D-AEEC-4FE1C3069CF8}" type="pres">
      <dgm:prSet presAssocID="{13FD01F0-0C7F-49B6-9E4D-9B2757EC67C4}" presName="Triangle" presStyleLbl="alignNode1" presStyleIdx="3" presStyleCnt="13"/>
      <dgm:spPr/>
    </dgm:pt>
    <dgm:pt modelId="{6A521C7E-715E-401F-8337-ECCDED457E61}" type="pres">
      <dgm:prSet presAssocID="{E6D1A5CF-313C-4F2E-8403-6575CF703956}" presName="sibTrans" presStyleCnt="0"/>
      <dgm:spPr/>
    </dgm:pt>
    <dgm:pt modelId="{49F5F73D-7ADC-4B55-947E-A05C0BAA0D9B}" type="pres">
      <dgm:prSet presAssocID="{E6D1A5CF-313C-4F2E-8403-6575CF703956}" presName="space" presStyleCnt="0"/>
      <dgm:spPr/>
    </dgm:pt>
    <dgm:pt modelId="{3FAF13D0-9C5C-4DB7-81F4-9E510A0DC083}" type="pres">
      <dgm:prSet presAssocID="{35C5B5D1-E7DE-4910-B4F1-77F3FD4CC8E3}" presName="composite" presStyleCnt="0"/>
      <dgm:spPr/>
    </dgm:pt>
    <dgm:pt modelId="{2D756B98-40A2-4FE4-A0DB-F12D91BC0708}" type="pres">
      <dgm:prSet presAssocID="{35C5B5D1-E7DE-4910-B4F1-77F3FD4CC8E3}" presName="LShape" presStyleLbl="alignNode1" presStyleIdx="4" presStyleCnt="13"/>
      <dgm:spPr/>
    </dgm:pt>
    <dgm:pt modelId="{9C312F50-9CC9-4055-9F08-D8A20038A175}" type="pres">
      <dgm:prSet presAssocID="{35C5B5D1-E7DE-4910-B4F1-77F3FD4CC8E3}" presName="ParentText" presStyleLbl="revTx" presStyleIdx="2" presStyleCnt="7">
        <dgm:presLayoutVars>
          <dgm:chMax val="0"/>
          <dgm:chPref val="0"/>
          <dgm:bulletEnabled val="1"/>
        </dgm:presLayoutVars>
      </dgm:prSet>
      <dgm:spPr/>
      <dgm:t>
        <a:bodyPr/>
        <a:lstStyle/>
        <a:p>
          <a:endParaRPr lang="en-IE"/>
        </a:p>
      </dgm:t>
    </dgm:pt>
    <dgm:pt modelId="{E937CE76-21C7-4A6D-9E8F-56A78291B9F2}" type="pres">
      <dgm:prSet presAssocID="{35C5B5D1-E7DE-4910-B4F1-77F3FD4CC8E3}" presName="Triangle" presStyleLbl="alignNode1" presStyleIdx="5" presStyleCnt="13"/>
      <dgm:spPr/>
    </dgm:pt>
    <dgm:pt modelId="{7BF8CD58-A7B0-4225-B4D5-229859035E7D}" type="pres">
      <dgm:prSet presAssocID="{DECEF444-CB6F-4922-B644-974AE5171FD6}" presName="sibTrans" presStyleCnt="0"/>
      <dgm:spPr/>
    </dgm:pt>
    <dgm:pt modelId="{25D81768-A46C-4D91-A498-1FE012ACF265}" type="pres">
      <dgm:prSet presAssocID="{DECEF444-CB6F-4922-B644-974AE5171FD6}" presName="space" presStyleCnt="0"/>
      <dgm:spPr/>
    </dgm:pt>
    <dgm:pt modelId="{66335570-484F-4D91-AD54-98D801558F85}" type="pres">
      <dgm:prSet presAssocID="{D1387AC1-80FC-4241-9517-1DC09D8F13D2}" presName="composite" presStyleCnt="0"/>
      <dgm:spPr/>
    </dgm:pt>
    <dgm:pt modelId="{5E7BDF5C-E13E-462B-81A0-2362902B8091}" type="pres">
      <dgm:prSet presAssocID="{D1387AC1-80FC-4241-9517-1DC09D8F13D2}" presName="LShape" presStyleLbl="alignNode1" presStyleIdx="6" presStyleCnt="13"/>
      <dgm:spPr/>
    </dgm:pt>
    <dgm:pt modelId="{3679E294-E8DF-4C24-972D-E34BB229994B}" type="pres">
      <dgm:prSet presAssocID="{D1387AC1-80FC-4241-9517-1DC09D8F13D2}" presName="ParentText" presStyleLbl="revTx" presStyleIdx="3" presStyleCnt="7">
        <dgm:presLayoutVars>
          <dgm:chMax val="0"/>
          <dgm:chPref val="0"/>
          <dgm:bulletEnabled val="1"/>
        </dgm:presLayoutVars>
      </dgm:prSet>
      <dgm:spPr/>
      <dgm:t>
        <a:bodyPr/>
        <a:lstStyle/>
        <a:p>
          <a:endParaRPr lang="en-IE"/>
        </a:p>
      </dgm:t>
    </dgm:pt>
    <dgm:pt modelId="{1771FC18-F835-4256-AAF1-588554F342A2}" type="pres">
      <dgm:prSet presAssocID="{D1387AC1-80FC-4241-9517-1DC09D8F13D2}" presName="Triangle" presStyleLbl="alignNode1" presStyleIdx="7" presStyleCnt="13"/>
      <dgm:spPr/>
    </dgm:pt>
    <dgm:pt modelId="{AF57235E-8C1E-44B3-840C-18B1500F8D5A}" type="pres">
      <dgm:prSet presAssocID="{F95591EE-48E7-43A3-8E73-AF21D875ED8F}" presName="sibTrans" presStyleCnt="0"/>
      <dgm:spPr/>
    </dgm:pt>
    <dgm:pt modelId="{44E00BA5-8FBA-4AA2-9B69-9AA4737854F5}" type="pres">
      <dgm:prSet presAssocID="{F95591EE-48E7-43A3-8E73-AF21D875ED8F}" presName="space" presStyleCnt="0"/>
      <dgm:spPr/>
    </dgm:pt>
    <dgm:pt modelId="{D17C93DA-DED6-419B-B0CE-92457D7490BB}" type="pres">
      <dgm:prSet presAssocID="{9EA52B7D-4731-472E-923D-A39AF8A8DA0F}" presName="composite" presStyleCnt="0"/>
      <dgm:spPr/>
    </dgm:pt>
    <dgm:pt modelId="{5CEC3281-788B-442D-A00E-618F922BADB8}" type="pres">
      <dgm:prSet presAssocID="{9EA52B7D-4731-472E-923D-A39AF8A8DA0F}" presName="LShape" presStyleLbl="alignNode1" presStyleIdx="8" presStyleCnt="13"/>
      <dgm:spPr/>
    </dgm:pt>
    <dgm:pt modelId="{6C85467D-1949-44E1-AFAB-D0E0F13AE089}" type="pres">
      <dgm:prSet presAssocID="{9EA52B7D-4731-472E-923D-A39AF8A8DA0F}" presName="ParentText" presStyleLbl="revTx" presStyleIdx="4" presStyleCnt="7">
        <dgm:presLayoutVars>
          <dgm:chMax val="0"/>
          <dgm:chPref val="0"/>
          <dgm:bulletEnabled val="1"/>
        </dgm:presLayoutVars>
      </dgm:prSet>
      <dgm:spPr/>
      <dgm:t>
        <a:bodyPr/>
        <a:lstStyle/>
        <a:p>
          <a:endParaRPr lang="en-IE"/>
        </a:p>
      </dgm:t>
    </dgm:pt>
    <dgm:pt modelId="{D529DDA3-5057-47C4-A128-3B36C87C9447}" type="pres">
      <dgm:prSet presAssocID="{9EA52B7D-4731-472E-923D-A39AF8A8DA0F}" presName="Triangle" presStyleLbl="alignNode1" presStyleIdx="9" presStyleCnt="13"/>
      <dgm:spPr/>
    </dgm:pt>
    <dgm:pt modelId="{7FB7D5EB-54E2-4ED4-9ABF-3441D57162FE}" type="pres">
      <dgm:prSet presAssocID="{03AAFC06-B175-43A6-BD94-B19978AC2D11}" presName="sibTrans" presStyleCnt="0"/>
      <dgm:spPr/>
    </dgm:pt>
    <dgm:pt modelId="{1DEA5F1B-7FB3-46FB-BF70-0A9079753AFD}" type="pres">
      <dgm:prSet presAssocID="{03AAFC06-B175-43A6-BD94-B19978AC2D11}" presName="space" presStyleCnt="0"/>
      <dgm:spPr/>
    </dgm:pt>
    <dgm:pt modelId="{3B34AE4E-C641-49EA-9561-0430C2B06BC2}" type="pres">
      <dgm:prSet presAssocID="{EC19953E-DD5E-4292-B7C4-8D40582693DC}" presName="composite" presStyleCnt="0"/>
      <dgm:spPr/>
    </dgm:pt>
    <dgm:pt modelId="{8B1875A0-A825-4B6D-A000-24CA823D34D9}" type="pres">
      <dgm:prSet presAssocID="{EC19953E-DD5E-4292-B7C4-8D40582693DC}" presName="LShape" presStyleLbl="alignNode1" presStyleIdx="10" presStyleCnt="13"/>
      <dgm:spPr/>
    </dgm:pt>
    <dgm:pt modelId="{4014C001-5CE1-4E69-9AB0-2618B1647418}" type="pres">
      <dgm:prSet presAssocID="{EC19953E-DD5E-4292-B7C4-8D40582693DC}" presName="ParentText" presStyleLbl="revTx" presStyleIdx="5" presStyleCnt="7">
        <dgm:presLayoutVars>
          <dgm:chMax val="0"/>
          <dgm:chPref val="0"/>
          <dgm:bulletEnabled val="1"/>
        </dgm:presLayoutVars>
      </dgm:prSet>
      <dgm:spPr/>
      <dgm:t>
        <a:bodyPr/>
        <a:lstStyle/>
        <a:p>
          <a:endParaRPr lang="en-IE"/>
        </a:p>
      </dgm:t>
    </dgm:pt>
    <dgm:pt modelId="{5F9846BE-DE55-49B9-9F57-1DF9F221F87F}" type="pres">
      <dgm:prSet presAssocID="{EC19953E-DD5E-4292-B7C4-8D40582693DC}" presName="Triangle" presStyleLbl="alignNode1" presStyleIdx="11" presStyleCnt="13"/>
      <dgm:spPr/>
    </dgm:pt>
    <dgm:pt modelId="{D59E43A9-AFA4-4A95-BC45-CD9C6AB7F357}" type="pres">
      <dgm:prSet presAssocID="{0CA3CA71-76BD-4EB4-8E8F-A5F3BF8022F0}" presName="sibTrans" presStyleCnt="0"/>
      <dgm:spPr/>
    </dgm:pt>
    <dgm:pt modelId="{C0A0D896-9F86-4C61-ADD3-A4FC32DF21BF}" type="pres">
      <dgm:prSet presAssocID="{0CA3CA71-76BD-4EB4-8E8F-A5F3BF8022F0}" presName="space" presStyleCnt="0"/>
      <dgm:spPr/>
    </dgm:pt>
    <dgm:pt modelId="{F2131BD0-E292-4AA7-88C7-AFC78067D5FF}" type="pres">
      <dgm:prSet presAssocID="{FC661E29-D531-4CFF-96D9-83D4CA16646B}" presName="composite" presStyleCnt="0"/>
      <dgm:spPr/>
    </dgm:pt>
    <dgm:pt modelId="{B4C9E6B0-6F64-4D00-A3BD-2780131BD3E8}" type="pres">
      <dgm:prSet presAssocID="{FC661E29-D531-4CFF-96D9-83D4CA16646B}" presName="LShape" presStyleLbl="alignNode1" presStyleIdx="12" presStyleCnt="13"/>
      <dgm:spPr/>
    </dgm:pt>
    <dgm:pt modelId="{E1C02346-7A79-4D7F-9C5F-112F86B2C9BF}" type="pres">
      <dgm:prSet presAssocID="{FC661E29-D531-4CFF-96D9-83D4CA16646B}" presName="ParentText" presStyleLbl="revTx" presStyleIdx="6" presStyleCnt="7">
        <dgm:presLayoutVars>
          <dgm:chMax val="0"/>
          <dgm:chPref val="0"/>
          <dgm:bulletEnabled val="1"/>
        </dgm:presLayoutVars>
      </dgm:prSet>
      <dgm:spPr/>
      <dgm:t>
        <a:bodyPr/>
        <a:lstStyle/>
        <a:p>
          <a:endParaRPr lang="en-IE"/>
        </a:p>
      </dgm:t>
    </dgm:pt>
  </dgm:ptLst>
  <dgm:cxnLst>
    <dgm:cxn modelId="{A9281DC0-1DC1-4DEF-A25D-9246262D5C82}" srcId="{03CCE079-C327-4193-8F1A-235013FAC41E}" destId="{13FD01F0-0C7F-49B6-9E4D-9B2757EC67C4}" srcOrd="1" destOrd="0" parTransId="{F89F4E8C-75D3-4671-9377-234A75388EDC}" sibTransId="{E6D1A5CF-313C-4F2E-8403-6575CF703956}"/>
    <dgm:cxn modelId="{904467E5-FE27-446E-9316-99186674906A}" type="presOf" srcId="{9EA52B7D-4731-472E-923D-A39AF8A8DA0F}" destId="{6C85467D-1949-44E1-AFAB-D0E0F13AE089}" srcOrd="0" destOrd="0" presId="urn:microsoft.com/office/officeart/2009/3/layout/StepUpProcess"/>
    <dgm:cxn modelId="{8CB3D6C0-9CEF-45BE-A56C-B3A2FF402CDE}" srcId="{03CCE079-C327-4193-8F1A-235013FAC41E}" destId="{35C5B5D1-E7DE-4910-B4F1-77F3FD4CC8E3}" srcOrd="2" destOrd="0" parTransId="{1E48A25A-E712-4919-9A86-5FE9D5AD2331}" sibTransId="{DECEF444-CB6F-4922-B644-974AE5171FD6}"/>
    <dgm:cxn modelId="{D03FB506-5C67-4557-AD52-E1FCF2B5E958}" srcId="{03CCE079-C327-4193-8F1A-235013FAC41E}" destId="{9EA52B7D-4731-472E-923D-A39AF8A8DA0F}" srcOrd="4" destOrd="0" parTransId="{C06EB15F-7285-4224-9C7A-CF4E2DE7F7C5}" sibTransId="{03AAFC06-B175-43A6-BD94-B19978AC2D11}"/>
    <dgm:cxn modelId="{675B3D1A-8867-499D-A1BB-8059762DC100}" type="presOf" srcId="{D1387AC1-80FC-4241-9517-1DC09D8F13D2}" destId="{3679E294-E8DF-4C24-972D-E34BB229994B}" srcOrd="0" destOrd="0" presId="urn:microsoft.com/office/officeart/2009/3/layout/StepUpProcess"/>
    <dgm:cxn modelId="{39D20112-8D0C-4670-BC66-676FB8C52EBC}" type="presOf" srcId="{EC19953E-DD5E-4292-B7C4-8D40582693DC}" destId="{4014C001-5CE1-4E69-9AB0-2618B1647418}" srcOrd="0" destOrd="0" presId="urn:microsoft.com/office/officeart/2009/3/layout/StepUpProcess"/>
    <dgm:cxn modelId="{6B4ACBCB-C8FD-4652-B14E-02D6B879CB60}" type="presOf" srcId="{FC661E29-D531-4CFF-96D9-83D4CA16646B}" destId="{E1C02346-7A79-4D7F-9C5F-112F86B2C9BF}" srcOrd="0" destOrd="0" presId="urn:microsoft.com/office/officeart/2009/3/layout/StepUpProcess"/>
    <dgm:cxn modelId="{C84177A2-238D-44C9-BF4C-CD5EE0049B09}" srcId="{03CCE079-C327-4193-8F1A-235013FAC41E}" destId="{EC19953E-DD5E-4292-B7C4-8D40582693DC}" srcOrd="5" destOrd="0" parTransId="{D40EDD35-B647-44AC-99CA-6741444AA606}" sibTransId="{0CA3CA71-76BD-4EB4-8E8F-A5F3BF8022F0}"/>
    <dgm:cxn modelId="{0D94D0C1-86A8-44BB-A3EE-374EE2379FAB}" type="presOf" srcId="{03CCE079-C327-4193-8F1A-235013FAC41E}" destId="{B45C24EA-4879-49B6-AC58-C9388742783D}" srcOrd="0" destOrd="0" presId="urn:microsoft.com/office/officeart/2009/3/layout/StepUpProcess"/>
    <dgm:cxn modelId="{31B50115-48BF-492F-AF6C-F661E38FA87A}" srcId="{03CCE079-C327-4193-8F1A-235013FAC41E}" destId="{D1387AC1-80FC-4241-9517-1DC09D8F13D2}" srcOrd="3" destOrd="0" parTransId="{820C9E0A-2995-49A8-B81D-18D2C36332A5}" sibTransId="{F95591EE-48E7-43A3-8E73-AF21D875ED8F}"/>
    <dgm:cxn modelId="{3346E4D3-F776-4923-941E-22A3B83294F1}" type="presOf" srcId="{35C5B5D1-E7DE-4910-B4F1-77F3FD4CC8E3}" destId="{9C312F50-9CC9-4055-9F08-D8A20038A175}" srcOrd="0" destOrd="0" presId="urn:microsoft.com/office/officeart/2009/3/layout/StepUpProcess"/>
    <dgm:cxn modelId="{BCB58350-CCBD-4CC1-A5B2-FAD53C72D357}" srcId="{03CCE079-C327-4193-8F1A-235013FAC41E}" destId="{E7C14DBC-53A0-4A3D-BDA3-115946529AC5}" srcOrd="0" destOrd="0" parTransId="{F71651A3-AD32-42DB-A1AD-75F92D742475}" sibTransId="{6EACD0A1-84E0-4ABD-8814-FF3EF926B0D5}"/>
    <dgm:cxn modelId="{86883E02-5E8F-4636-9033-65131886426D}" type="presOf" srcId="{13FD01F0-0C7F-49B6-9E4D-9B2757EC67C4}" destId="{C8CFE1C6-5515-432E-B3F1-AFD7AD7AF39A}" srcOrd="0" destOrd="0" presId="urn:microsoft.com/office/officeart/2009/3/layout/StepUpProcess"/>
    <dgm:cxn modelId="{523E0DF4-0122-44E4-8F1D-35FAE2117480}" srcId="{03CCE079-C327-4193-8F1A-235013FAC41E}" destId="{FC661E29-D531-4CFF-96D9-83D4CA16646B}" srcOrd="6" destOrd="0" parTransId="{8887BF47-D1F1-4501-9240-CB36FD6E48D8}" sibTransId="{1F19EF90-D58B-4401-A4E2-8D5EC6BBFA4E}"/>
    <dgm:cxn modelId="{5BD10D43-B805-489A-9737-CA534552BA41}" type="presOf" srcId="{E7C14DBC-53A0-4A3D-BDA3-115946529AC5}" destId="{FDE3A351-2823-4BA8-8710-97B0C8A48DDD}" srcOrd="0" destOrd="0" presId="urn:microsoft.com/office/officeart/2009/3/layout/StepUpProcess"/>
    <dgm:cxn modelId="{C43C4A05-D5E9-4092-8C39-D7256C20D5BF}" type="presParOf" srcId="{B45C24EA-4879-49B6-AC58-C9388742783D}" destId="{646DCD16-D9D7-4732-A632-08C93A59EE90}" srcOrd="0" destOrd="0" presId="urn:microsoft.com/office/officeart/2009/3/layout/StepUpProcess"/>
    <dgm:cxn modelId="{DEE4ED56-F6D1-4AF2-A21D-78D4328E5FBE}" type="presParOf" srcId="{646DCD16-D9D7-4732-A632-08C93A59EE90}" destId="{4B203FDE-A98A-4D71-A82D-924B3245182D}" srcOrd="0" destOrd="0" presId="urn:microsoft.com/office/officeart/2009/3/layout/StepUpProcess"/>
    <dgm:cxn modelId="{A50ABFCB-D5C4-43C1-85D5-4C4C62D15E20}" type="presParOf" srcId="{646DCD16-D9D7-4732-A632-08C93A59EE90}" destId="{FDE3A351-2823-4BA8-8710-97B0C8A48DDD}" srcOrd="1" destOrd="0" presId="urn:microsoft.com/office/officeart/2009/3/layout/StepUpProcess"/>
    <dgm:cxn modelId="{83B25AE7-17FA-4AB8-B82C-B17DFD106872}" type="presParOf" srcId="{646DCD16-D9D7-4732-A632-08C93A59EE90}" destId="{3E465A9D-C774-4080-B7C5-12FB003E3602}" srcOrd="2" destOrd="0" presId="urn:microsoft.com/office/officeart/2009/3/layout/StepUpProcess"/>
    <dgm:cxn modelId="{8792084B-EEE8-402F-859D-2F6CD5F97731}" type="presParOf" srcId="{B45C24EA-4879-49B6-AC58-C9388742783D}" destId="{A47FEFCD-A2B9-4788-9E37-4F0046300701}" srcOrd="1" destOrd="0" presId="urn:microsoft.com/office/officeart/2009/3/layout/StepUpProcess"/>
    <dgm:cxn modelId="{67F31142-554E-4656-9796-C0BE2EFF6DFE}" type="presParOf" srcId="{A47FEFCD-A2B9-4788-9E37-4F0046300701}" destId="{01AE98CF-A913-4B56-985D-85498CB5C87B}" srcOrd="0" destOrd="0" presId="urn:microsoft.com/office/officeart/2009/3/layout/StepUpProcess"/>
    <dgm:cxn modelId="{BB50600C-B45B-4F75-AB41-AA93A0FBB5B9}" type="presParOf" srcId="{B45C24EA-4879-49B6-AC58-C9388742783D}" destId="{FB76E3B1-ABC2-47C4-9638-69A2CC4A743B}" srcOrd="2" destOrd="0" presId="urn:microsoft.com/office/officeart/2009/3/layout/StepUpProcess"/>
    <dgm:cxn modelId="{9B45B055-8E79-4137-9C76-EF82F784D818}" type="presParOf" srcId="{FB76E3B1-ABC2-47C4-9638-69A2CC4A743B}" destId="{0B928ED3-6EC9-422E-B6F3-B44BDA194CC6}" srcOrd="0" destOrd="0" presId="urn:microsoft.com/office/officeart/2009/3/layout/StepUpProcess"/>
    <dgm:cxn modelId="{64A55F84-2FD1-45DD-90F5-0F63A473DAE2}" type="presParOf" srcId="{FB76E3B1-ABC2-47C4-9638-69A2CC4A743B}" destId="{C8CFE1C6-5515-432E-B3F1-AFD7AD7AF39A}" srcOrd="1" destOrd="0" presId="urn:microsoft.com/office/officeart/2009/3/layout/StepUpProcess"/>
    <dgm:cxn modelId="{3AA6D98A-C07F-4843-B054-372E0B0604B8}" type="presParOf" srcId="{FB76E3B1-ABC2-47C4-9638-69A2CC4A743B}" destId="{20495964-777A-4C9D-AEEC-4FE1C3069CF8}" srcOrd="2" destOrd="0" presId="urn:microsoft.com/office/officeart/2009/3/layout/StepUpProcess"/>
    <dgm:cxn modelId="{319955AF-D64B-4D15-B7FE-1E127F7FDA88}" type="presParOf" srcId="{B45C24EA-4879-49B6-AC58-C9388742783D}" destId="{6A521C7E-715E-401F-8337-ECCDED457E61}" srcOrd="3" destOrd="0" presId="urn:microsoft.com/office/officeart/2009/3/layout/StepUpProcess"/>
    <dgm:cxn modelId="{D02EA3C6-9908-4412-AAF9-E9F2C165EC29}" type="presParOf" srcId="{6A521C7E-715E-401F-8337-ECCDED457E61}" destId="{49F5F73D-7ADC-4B55-947E-A05C0BAA0D9B}" srcOrd="0" destOrd="0" presId="urn:microsoft.com/office/officeart/2009/3/layout/StepUpProcess"/>
    <dgm:cxn modelId="{CB9FCCA5-39E7-4D81-8AED-1BC4D7F27BFA}" type="presParOf" srcId="{B45C24EA-4879-49B6-AC58-C9388742783D}" destId="{3FAF13D0-9C5C-4DB7-81F4-9E510A0DC083}" srcOrd="4" destOrd="0" presId="urn:microsoft.com/office/officeart/2009/3/layout/StepUpProcess"/>
    <dgm:cxn modelId="{7BDA5F66-1A20-43FB-A07E-ECCDA061F617}" type="presParOf" srcId="{3FAF13D0-9C5C-4DB7-81F4-9E510A0DC083}" destId="{2D756B98-40A2-4FE4-A0DB-F12D91BC0708}" srcOrd="0" destOrd="0" presId="urn:microsoft.com/office/officeart/2009/3/layout/StepUpProcess"/>
    <dgm:cxn modelId="{4B1768AB-6224-4BA4-8C8B-B1275A0B2835}" type="presParOf" srcId="{3FAF13D0-9C5C-4DB7-81F4-9E510A0DC083}" destId="{9C312F50-9CC9-4055-9F08-D8A20038A175}" srcOrd="1" destOrd="0" presId="urn:microsoft.com/office/officeart/2009/3/layout/StepUpProcess"/>
    <dgm:cxn modelId="{98A616E8-0E0B-481D-B834-333DF970B1B0}" type="presParOf" srcId="{3FAF13D0-9C5C-4DB7-81F4-9E510A0DC083}" destId="{E937CE76-21C7-4A6D-9E8F-56A78291B9F2}" srcOrd="2" destOrd="0" presId="urn:microsoft.com/office/officeart/2009/3/layout/StepUpProcess"/>
    <dgm:cxn modelId="{D881B474-225B-4F62-BB2E-CA96B4A4FC8A}" type="presParOf" srcId="{B45C24EA-4879-49B6-AC58-C9388742783D}" destId="{7BF8CD58-A7B0-4225-B4D5-229859035E7D}" srcOrd="5" destOrd="0" presId="urn:microsoft.com/office/officeart/2009/3/layout/StepUpProcess"/>
    <dgm:cxn modelId="{4FEB1815-2098-4EE2-B5FD-92AA1A33BED0}" type="presParOf" srcId="{7BF8CD58-A7B0-4225-B4D5-229859035E7D}" destId="{25D81768-A46C-4D91-A498-1FE012ACF265}" srcOrd="0" destOrd="0" presId="urn:microsoft.com/office/officeart/2009/3/layout/StepUpProcess"/>
    <dgm:cxn modelId="{7599E726-FAE5-499F-A3A4-6FA049656E88}" type="presParOf" srcId="{B45C24EA-4879-49B6-AC58-C9388742783D}" destId="{66335570-484F-4D91-AD54-98D801558F85}" srcOrd="6" destOrd="0" presId="urn:microsoft.com/office/officeart/2009/3/layout/StepUpProcess"/>
    <dgm:cxn modelId="{7D1B3D8D-3F7F-448A-AEB3-ED882D7B16B3}" type="presParOf" srcId="{66335570-484F-4D91-AD54-98D801558F85}" destId="{5E7BDF5C-E13E-462B-81A0-2362902B8091}" srcOrd="0" destOrd="0" presId="urn:microsoft.com/office/officeart/2009/3/layout/StepUpProcess"/>
    <dgm:cxn modelId="{0F51BE56-7DAF-4228-8A0D-D73E8599C05B}" type="presParOf" srcId="{66335570-484F-4D91-AD54-98D801558F85}" destId="{3679E294-E8DF-4C24-972D-E34BB229994B}" srcOrd="1" destOrd="0" presId="urn:microsoft.com/office/officeart/2009/3/layout/StepUpProcess"/>
    <dgm:cxn modelId="{83AACD74-9DCF-4BB7-8E16-97855F9185D0}" type="presParOf" srcId="{66335570-484F-4D91-AD54-98D801558F85}" destId="{1771FC18-F835-4256-AAF1-588554F342A2}" srcOrd="2" destOrd="0" presId="urn:microsoft.com/office/officeart/2009/3/layout/StepUpProcess"/>
    <dgm:cxn modelId="{0488C197-8DE3-4302-BF16-38D593CC082A}" type="presParOf" srcId="{B45C24EA-4879-49B6-AC58-C9388742783D}" destId="{AF57235E-8C1E-44B3-840C-18B1500F8D5A}" srcOrd="7" destOrd="0" presId="urn:microsoft.com/office/officeart/2009/3/layout/StepUpProcess"/>
    <dgm:cxn modelId="{FC3D33CB-F3D9-4779-9DF6-C6AD415FA720}" type="presParOf" srcId="{AF57235E-8C1E-44B3-840C-18B1500F8D5A}" destId="{44E00BA5-8FBA-4AA2-9B69-9AA4737854F5}" srcOrd="0" destOrd="0" presId="urn:microsoft.com/office/officeart/2009/3/layout/StepUpProcess"/>
    <dgm:cxn modelId="{02EB1A78-9E33-4B86-ACF6-2E7C2A002C24}" type="presParOf" srcId="{B45C24EA-4879-49B6-AC58-C9388742783D}" destId="{D17C93DA-DED6-419B-B0CE-92457D7490BB}" srcOrd="8" destOrd="0" presId="urn:microsoft.com/office/officeart/2009/3/layout/StepUpProcess"/>
    <dgm:cxn modelId="{23C97334-F7A9-4788-8C56-0CCBBB4FB33C}" type="presParOf" srcId="{D17C93DA-DED6-419B-B0CE-92457D7490BB}" destId="{5CEC3281-788B-442D-A00E-618F922BADB8}" srcOrd="0" destOrd="0" presId="urn:microsoft.com/office/officeart/2009/3/layout/StepUpProcess"/>
    <dgm:cxn modelId="{588D00AC-4895-4663-8602-BBEF7D2FEC78}" type="presParOf" srcId="{D17C93DA-DED6-419B-B0CE-92457D7490BB}" destId="{6C85467D-1949-44E1-AFAB-D0E0F13AE089}" srcOrd="1" destOrd="0" presId="urn:microsoft.com/office/officeart/2009/3/layout/StepUpProcess"/>
    <dgm:cxn modelId="{2DF5EFAF-C3A7-4E0F-9A7D-C36EAC3755C8}" type="presParOf" srcId="{D17C93DA-DED6-419B-B0CE-92457D7490BB}" destId="{D529DDA3-5057-47C4-A128-3B36C87C9447}" srcOrd="2" destOrd="0" presId="urn:microsoft.com/office/officeart/2009/3/layout/StepUpProcess"/>
    <dgm:cxn modelId="{A77DBC82-81EC-4154-9C67-DB302659F057}" type="presParOf" srcId="{B45C24EA-4879-49B6-AC58-C9388742783D}" destId="{7FB7D5EB-54E2-4ED4-9ABF-3441D57162FE}" srcOrd="9" destOrd="0" presId="urn:microsoft.com/office/officeart/2009/3/layout/StepUpProcess"/>
    <dgm:cxn modelId="{2D7321EB-92F7-4D83-A95C-66E72F419913}" type="presParOf" srcId="{7FB7D5EB-54E2-4ED4-9ABF-3441D57162FE}" destId="{1DEA5F1B-7FB3-46FB-BF70-0A9079753AFD}" srcOrd="0" destOrd="0" presId="urn:microsoft.com/office/officeart/2009/3/layout/StepUpProcess"/>
    <dgm:cxn modelId="{FE69A854-6C28-468E-B75C-09C671809A23}" type="presParOf" srcId="{B45C24EA-4879-49B6-AC58-C9388742783D}" destId="{3B34AE4E-C641-49EA-9561-0430C2B06BC2}" srcOrd="10" destOrd="0" presId="urn:microsoft.com/office/officeart/2009/3/layout/StepUpProcess"/>
    <dgm:cxn modelId="{50D26762-D47A-41A3-8781-FA709AA61641}" type="presParOf" srcId="{3B34AE4E-C641-49EA-9561-0430C2B06BC2}" destId="{8B1875A0-A825-4B6D-A000-24CA823D34D9}" srcOrd="0" destOrd="0" presId="urn:microsoft.com/office/officeart/2009/3/layout/StepUpProcess"/>
    <dgm:cxn modelId="{CCDE52BC-73B6-4E51-8545-3FBE706E5789}" type="presParOf" srcId="{3B34AE4E-C641-49EA-9561-0430C2B06BC2}" destId="{4014C001-5CE1-4E69-9AB0-2618B1647418}" srcOrd="1" destOrd="0" presId="urn:microsoft.com/office/officeart/2009/3/layout/StepUpProcess"/>
    <dgm:cxn modelId="{5551356F-B4D5-4E90-B316-3FEFC41C5F3A}" type="presParOf" srcId="{3B34AE4E-C641-49EA-9561-0430C2B06BC2}" destId="{5F9846BE-DE55-49B9-9F57-1DF9F221F87F}" srcOrd="2" destOrd="0" presId="urn:microsoft.com/office/officeart/2009/3/layout/StepUpProcess"/>
    <dgm:cxn modelId="{27F85D2D-C9F8-42BF-9F91-EA8ED93AA572}" type="presParOf" srcId="{B45C24EA-4879-49B6-AC58-C9388742783D}" destId="{D59E43A9-AFA4-4A95-BC45-CD9C6AB7F357}" srcOrd="11" destOrd="0" presId="urn:microsoft.com/office/officeart/2009/3/layout/StepUpProcess"/>
    <dgm:cxn modelId="{F8A75A8D-F12D-47CC-8D98-0EBCB89331B4}" type="presParOf" srcId="{D59E43A9-AFA4-4A95-BC45-CD9C6AB7F357}" destId="{C0A0D896-9F86-4C61-ADD3-A4FC32DF21BF}" srcOrd="0" destOrd="0" presId="urn:microsoft.com/office/officeart/2009/3/layout/StepUpProcess"/>
    <dgm:cxn modelId="{4AC9EEF6-C8CA-41E8-ADF9-27D6C0184A4C}" type="presParOf" srcId="{B45C24EA-4879-49B6-AC58-C9388742783D}" destId="{F2131BD0-E292-4AA7-88C7-AFC78067D5FF}" srcOrd="12" destOrd="0" presId="urn:microsoft.com/office/officeart/2009/3/layout/StepUpProcess"/>
    <dgm:cxn modelId="{B97663A3-A437-452A-8906-EA9B9E4CDBEA}" type="presParOf" srcId="{F2131BD0-E292-4AA7-88C7-AFC78067D5FF}" destId="{B4C9E6B0-6F64-4D00-A3BD-2780131BD3E8}" srcOrd="0" destOrd="0" presId="urn:microsoft.com/office/officeart/2009/3/layout/StepUpProcess"/>
    <dgm:cxn modelId="{8C02B2B9-662B-4F92-A928-B85D651502ED}" type="presParOf" srcId="{F2131BD0-E292-4AA7-88C7-AFC78067D5FF}" destId="{E1C02346-7A79-4D7F-9C5F-112F86B2C9BF}"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962BE2-3A3E-4853-B889-B10FFD331350}" type="doc">
      <dgm:prSet loTypeId="urn:microsoft.com/office/officeart/2008/layout/RadialCluster" loCatId="relationship" qsTypeId="urn:microsoft.com/office/officeart/2005/8/quickstyle/3d1" qsCatId="3D" csTypeId="urn:microsoft.com/office/officeart/2005/8/colors/accent1_2" csCatId="accent1" phldr="1"/>
      <dgm:spPr/>
      <dgm:t>
        <a:bodyPr/>
        <a:lstStyle/>
        <a:p>
          <a:endParaRPr lang="en-IE"/>
        </a:p>
      </dgm:t>
    </dgm:pt>
    <dgm:pt modelId="{349A6936-2A6F-4D72-BBE8-A8C3F17C6E71}">
      <dgm:prSet phldrT="[Text]"/>
      <dgm:spPr/>
      <dgm:t>
        <a:bodyPr/>
        <a:lstStyle/>
        <a:p>
          <a:r>
            <a:rPr lang="en-IE" dirty="0"/>
            <a:t>Your Literature Review</a:t>
          </a:r>
        </a:p>
      </dgm:t>
    </dgm:pt>
    <dgm:pt modelId="{5B2AC1B7-934C-4D53-BF0C-61BB9317230D}" type="parTrans" cxnId="{783A789F-1579-4722-A81D-7C385080E4AC}">
      <dgm:prSet/>
      <dgm:spPr/>
      <dgm:t>
        <a:bodyPr/>
        <a:lstStyle/>
        <a:p>
          <a:endParaRPr lang="en-IE"/>
        </a:p>
      </dgm:t>
    </dgm:pt>
    <dgm:pt modelId="{1B67ED47-B4A6-41A2-AA75-8AE9FB87E3BE}" type="sibTrans" cxnId="{783A789F-1579-4722-A81D-7C385080E4AC}">
      <dgm:prSet/>
      <dgm:spPr/>
      <dgm:t>
        <a:bodyPr/>
        <a:lstStyle/>
        <a:p>
          <a:endParaRPr lang="en-IE"/>
        </a:p>
      </dgm:t>
    </dgm:pt>
    <dgm:pt modelId="{886C189B-1E8E-4C9F-8201-D29BF38C73CB}">
      <dgm:prSet phldrT="[Text]"/>
      <dgm:spPr/>
      <dgm:t>
        <a:bodyPr/>
        <a:lstStyle/>
        <a:p>
          <a:r>
            <a:rPr lang="en-IE" dirty="0"/>
            <a:t>What are the best sources of information?</a:t>
          </a:r>
        </a:p>
      </dgm:t>
    </dgm:pt>
    <dgm:pt modelId="{62BFEB2B-F4FC-445E-8474-F8105476BB43}" type="parTrans" cxnId="{8244C540-7CDA-4BD1-B37D-6B4AE091B66B}">
      <dgm:prSet/>
      <dgm:spPr/>
      <dgm:t>
        <a:bodyPr/>
        <a:lstStyle/>
        <a:p>
          <a:endParaRPr lang="en-IE"/>
        </a:p>
      </dgm:t>
    </dgm:pt>
    <dgm:pt modelId="{95EBC6FF-0DFE-4E2B-9FD1-14B595E95554}" type="sibTrans" cxnId="{8244C540-7CDA-4BD1-B37D-6B4AE091B66B}">
      <dgm:prSet/>
      <dgm:spPr/>
      <dgm:t>
        <a:bodyPr/>
        <a:lstStyle/>
        <a:p>
          <a:endParaRPr lang="en-IE"/>
        </a:p>
      </dgm:t>
    </dgm:pt>
    <dgm:pt modelId="{B5EDED8B-072E-4815-AAF1-6B72608069B5}">
      <dgm:prSet phldrT="[Text]"/>
      <dgm:spPr/>
      <dgm:t>
        <a:bodyPr/>
        <a:lstStyle/>
        <a:p>
          <a:r>
            <a:rPr lang="en-IE" dirty="0"/>
            <a:t>Who are the big thinkers?</a:t>
          </a:r>
        </a:p>
      </dgm:t>
    </dgm:pt>
    <dgm:pt modelId="{6ACE9CDA-1FB9-46A5-AA4F-733D2CB56E0D}" type="parTrans" cxnId="{0F1305D3-0C7F-4171-A86E-8DC7C6FE7FD8}">
      <dgm:prSet/>
      <dgm:spPr/>
      <dgm:t>
        <a:bodyPr/>
        <a:lstStyle/>
        <a:p>
          <a:endParaRPr lang="en-IE"/>
        </a:p>
      </dgm:t>
    </dgm:pt>
    <dgm:pt modelId="{C18BA684-3448-4409-9271-81E9DC579DDF}" type="sibTrans" cxnId="{0F1305D3-0C7F-4171-A86E-8DC7C6FE7FD8}">
      <dgm:prSet/>
      <dgm:spPr/>
      <dgm:t>
        <a:bodyPr/>
        <a:lstStyle/>
        <a:p>
          <a:endParaRPr lang="en-IE"/>
        </a:p>
      </dgm:t>
    </dgm:pt>
    <dgm:pt modelId="{ED9F4806-C8DE-45BC-A16D-2339DDF7CE02}">
      <dgm:prSet phldrT="[Text]"/>
      <dgm:spPr/>
      <dgm:t>
        <a:bodyPr/>
        <a:lstStyle/>
        <a:p>
          <a:r>
            <a:rPr lang="en-IE" dirty="0"/>
            <a:t>What are the major issues and debates related to your topic?</a:t>
          </a:r>
        </a:p>
      </dgm:t>
    </dgm:pt>
    <dgm:pt modelId="{80AEC0C3-E721-4BAB-9D2D-8C51F361A238}" type="parTrans" cxnId="{EA217C1B-597F-4072-B6CF-2AB5CF88EDC9}">
      <dgm:prSet/>
      <dgm:spPr/>
      <dgm:t>
        <a:bodyPr/>
        <a:lstStyle/>
        <a:p>
          <a:endParaRPr lang="en-IE"/>
        </a:p>
      </dgm:t>
    </dgm:pt>
    <dgm:pt modelId="{8D5FF5BE-EEE7-4EE9-A0F9-C4CF398429EB}" type="sibTrans" cxnId="{EA217C1B-597F-4072-B6CF-2AB5CF88EDC9}">
      <dgm:prSet/>
      <dgm:spPr/>
      <dgm:t>
        <a:bodyPr/>
        <a:lstStyle/>
        <a:p>
          <a:endParaRPr lang="en-IE"/>
        </a:p>
      </dgm:t>
    </dgm:pt>
    <dgm:pt modelId="{F7A42984-0C33-403A-BE8D-D1F6480BA554}">
      <dgm:prSet phldrT="[Text]"/>
      <dgm:spPr/>
      <dgm:t>
        <a:bodyPr/>
        <a:lstStyle/>
        <a:p>
          <a:r>
            <a:rPr lang="en-IE" dirty="0"/>
            <a:t>What type of projects are completed?</a:t>
          </a:r>
        </a:p>
      </dgm:t>
    </dgm:pt>
    <dgm:pt modelId="{DF9DDA47-35C3-46A0-BA8F-EA3FE4F2CDCC}" type="parTrans" cxnId="{7403F162-B60E-45B6-A4DD-3363B8724995}">
      <dgm:prSet/>
      <dgm:spPr/>
      <dgm:t>
        <a:bodyPr/>
        <a:lstStyle/>
        <a:p>
          <a:endParaRPr lang="en-IE"/>
        </a:p>
      </dgm:t>
    </dgm:pt>
    <dgm:pt modelId="{EBD820EF-4433-4C75-A77A-6F51C2624C7A}" type="sibTrans" cxnId="{7403F162-B60E-45B6-A4DD-3363B8724995}">
      <dgm:prSet/>
      <dgm:spPr/>
      <dgm:t>
        <a:bodyPr/>
        <a:lstStyle/>
        <a:p>
          <a:endParaRPr lang="en-IE"/>
        </a:p>
      </dgm:t>
    </dgm:pt>
    <dgm:pt modelId="{00206162-2214-4BFD-9D4D-F81B9D6A3BB4}">
      <dgm:prSet phldrT="[Text]"/>
      <dgm:spPr/>
      <dgm:t>
        <a:bodyPr/>
        <a:lstStyle/>
        <a:p>
          <a:r>
            <a:rPr lang="en-IE" dirty="0"/>
            <a:t>What research methods are commonly used?</a:t>
          </a:r>
        </a:p>
      </dgm:t>
    </dgm:pt>
    <dgm:pt modelId="{2EF69ECC-0842-4A66-9A0F-84E0CA034664}" type="parTrans" cxnId="{0314246B-4B1D-46E5-8ABC-9E3CB77CDED5}">
      <dgm:prSet/>
      <dgm:spPr/>
      <dgm:t>
        <a:bodyPr/>
        <a:lstStyle/>
        <a:p>
          <a:endParaRPr lang="en-IE"/>
        </a:p>
      </dgm:t>
    </dgm:pt>
    <dgm:pt modelId="{3A68CE0B-BCCC-4A83-B3DC-78D6D0304184}" type="sibTrans" cxnId="{0314246B-4B1D-46E5-8ABC-9E3CB77CDED5}">
      <dgm:prSet/>
      <dgm:spPr/>
      <dgm:t>
        <a:bodyPr/>
        <a:lstStyle/>
        <a:p>
          <a:endParaRPr lang="en-IE"/>
        </a:p>
      </dgm:t>
    </dgm:pt>
    <dgm:pt modelId="{1B3E701D-B851-4B42-8F34-458CCD41EF94}">
      <dgm:prSet phldrT="[Text]"/>
      <dgm:spPr/>
      <dgm:t>
        <a:bodyPr/>
        <a:lstStyle/>
        <a:p>
          <a:r>
            <a:rPr lang="en-IE" dirty="0"/>
            <a:t>Journals</a:t>
          </a:r>
        </a:p>
      </dgm:t>
    </dgm:pt>
    <dgm:pt modelId="{5147B39A-1118-4081-BDED-D71F9C47C448}" type="parTrans" cxnId="{0144BDA6-02CF-42AA-BD7A-35F90F369912}">
      <dgm:prSet/>
      <dgm:spPr/>
      <dgm:t>
        <a:bodyPr/>
        <a:lstStyle/>
        <a:p>
          <a:endParaRPr lang="en-IE"/>
        </a:p>
      </dgm:t>
    </dgm:pt>
    <dgm:pt modelId="{CB33FC02-F7FF-421C-A087-551053159F90}" type="sibTrans" cxnId="{0144BDA6-02CF-42AA-BD7A-35F90F369912}">
      <dgm:prSet/>
      <dgm:spPr/>
      <dgm:t>
        <a:bodyPr/>
        <a:lstStyle/>
        <a:p>
          <a:endParaRPr lang="en-IE"/>
        </a:p>
      </dgm:t>
    </dgm:pt>
    <dgm:pt modelId="{14CC9B49-F488-46E0-BA3E-822394853E0B}">
      <dgm:prSet phldrT="[Text]"/>
      <dgm:spPr/>
      <dgm:t>
        <a:bodyPr/>
        <a:lstStyle/>
        <a:p>
          <a:r>
            <a:rPr lang="en-IE" dirty="0"/>
            <a:t>Conferences</a:t>
          </a:r>
        </a:p>
      </dgm:t>
    </dgm:pt>
    <dgm:pt modelId="{ADE9A0D2-3EE0-4615-AD08-A8BC8248B990}" type="parTrans" cxnId="{E70391E1-977A-4716-BBCB-A797210A893F}">
      <dgm:prSet/>
      <dgm:spPr/>
      <dgm:t>
        <a:bodyPr/>
        <a:lstStyle/>
        <a:p>
          <a:endParaRPr lang="en-IE"/>
        </a:p>
      </dgm:t>
    </dgm:pt>
    <dgm:pt modelId="{3939E88D-E08E-48EA-AB4F-AB62019E7660}" type="sibTrans" cxnId="{E70391E1-977A-4716-BBCB-A797210A893F}">
      <dgm:prSet/>
      <dgm:spPr/>
      <dgm:t>
        <a:bodyPr/>
        <a:lstStyle/>
        <a:p>
          <a:endParaRPr lang="en-IE"/>
        </a:p>
      </dgm:t>
    </dgm:pt>
    <dgm:pt modelId="{35C4A6BF-82C7-4D8E-B946-12DEFBEBCF48}">
      <dgm:prSet phldrT="[Text]"/>
      <dgm:spPr/>
      <dgm:t>
        <a:bodyPr/>
        <a:lstStyle/>
        <a:p>
          <a:r>
            <a:rPr lang="en-IE" dirty="0"/>
            <a:t>Databases</a:t>
          </a:r>
        </a:p>
      </dgm:t>
    </dgm:pt>
    <dgm:pt modelId="{AB32B389-93C8-441F-9B1A-BEE868AF81D6}" type="parTrans" cxnId="{D7BE6A52-8EC8-4EF7-AC9D-401F1DF6F329}">
      <dgm:prSet/>
      <dgm:spPr/>
      <dgm:t>
        <a:bodyPr/>
        <a:lstStyle/>
        <a:p>
          <a:endParaRPr lang="en-IE"/>
        </a:p>
      </dgm:t>
    </dgm:pt>
    <dgm:pt modelId="{58E65EC6-43B0-4666-8370-E3AF549B1C3A}" type="sibTrans" cxnId="{D7BE6A52-8EC8-4EF7-AC9D-401F1DF6F329}">
      <dgm:prSet/>
      <dgm:spPr/>
      <dgm:t>
        <a:bodyPr/>
        <a:lstStyle/>
        <a:p>
          <a:endParaRPr lang="en-IE"/>
        </a:p>
      </dgm:t>
    </dgm:pt>
    <dgm:pt modelId="{8AF60EF1-5D5A-4B33-A88E-F99FC590A177}">
      <dgm:prSet phldrT="[Text]"/>
      <dgm:spPr/>
      <dgm:t>
        <a:bodyPr/>
        <a:lstStyle/>
        <a:p>
          <a:r>
            <a:rPr lang="en-IE" dirty="0"/>
            <a:t>What are the trends?</a:t>
          </a:r>
        </a:p>
      </dgm:t>
    </dgm:pt>
    <dgm:pt modelId="{F35580A0-CA30-4ED0-9F71-BCF84AFA9EDB}" type="parTrans" cxnId="{EEF80F63-72C3-49D5-A24D-DC5D8E59E05D}">
      <dgm:prSet/>
      <dgm:spPr/>
      <dgm:t>
        <a:bodyPr/>
        <a:lstStyle/>
        <a:p>
          <a:endParaRPr lang="en-IE"/>
        </a:p>
      </dgm:t>
    </dgm:pt>
    <dgm:pt modelId="{58CAB87E-E2FE-4BF4-A86A-121E8C546F35}" type="sibTrans" cxnId="{EEF80F63-72C3-49D5-A24D-DC5D8E59E05D}">
      <dgm:prSet/>
      <dgm:spPr/>
      <dgm:t>
        <a:bodyPr/>
        <a:lstStyle/>
        <a:p>
          <a:endParaRPr lang="en-IE"/>
        </a:p>
      </dgm:t>
    </dgm:pt>
    <dgm:pt modelId="{7A8524A3-210C-41C6-B200-5BA7CA21B683}">
      <dgm:prSet phldrT="[Text]"/>
      <dgm:spPr/>
      <dgm:t>
        <a:bodyPr/>
        <a:lstStyle/>
        <a:p>
          <a:r>
            <a:rPr lang="en-IE" dirty="0"/>
            <a:t>What are the gaps?</a:t>
          </a:r>
        </a:p>
      </dgm:t>
    </dgm:pt>
    <dgm:pt modelId="{9CDB90EC-6918-4E56-B77F-21076B061566}" type="parTrans" cxnId="{61F6F520-D84B-4334-A0D2-5747B8AA7F4E}">
      <dgm:prSet/>
      <dgm:spPr/>
      <dgm:t>
        <a:bodyPr/>
        <a:lstStyle/>
        <a:p>
          <a:endParaRPr lang="en-IE"/>
        </a:p>
      </dgm:t>
    </dgm:pt>
    <dgm:pt modelId="{B446C8DA-D1D5-451D-9F95-F69FE2F2319B}" type="sibTrans" cxnId="{61F6F520-D84B-4334-A0D2-5747B8AA7F4E}">
      <dgm:prSet/>
      <dgm:spPr/>
      <dgm:t>
        <a:bodyPr/>
        <a:lstStyle/>
        <a:p>
          <a:endParaRPr lang="en-IE"/>
        </a:p>
      </dgm:t>
    </dgm:pt>
    <dgm:pt modelId="{FA18AC97-4DDA-4549-A522-C315687A53B1}">
      <dgm:prSet phldrT="[Text]"/>
      <dgm:spPr/>
      <dgm:t>
        <a:bodyPr/>
        <a:lstStyle/>
        <a:p>
          <a:r>
            <a:rPr lang="en-IE" dirty="0"/>
            <a:t>What type of techniques are being used?</a:t>
          </a:r>
        </a:p>
      </dgm:t>
    </dgm:pt>
    <dgm:pt modelId="{94C8961D-EF2E-4A8E-B119-8C2516AD4ED8}" type="parTrans" cxnId="{EEC77DD3-FCBE-42DE-9931-733F7744B56B}">
      <dgm:prSet/>
      <dgm:spPr/>
      <dgm:t>
        <a:bodyPr/>
        <a:lstStyle/>
        <a:p>
          <a:endParaRPr lang="en-IE"/>
        </a:p>
      </dgm:t>
    </dgm:pt>
    <dgm:pt modelId="{7A8E683F-782A-4DD2-ACD5-97457F1EEF9F}" type="sibTrans" cxnId="{EEC77DD3-FCBE-42DE-9931-733F7744B56B}">
      <dgm:prSet/>
      <dgm:spPr/>
      <dgm:t>
        <a:bodyPr/>
        <a:lstStyle/>
        <a:p>
          <a:endParaRPr lang="en-IE"/>
        </a:p>
      </dgm:t>
    </dgm:pt>
    <dgm:pt modelId="{5B62D3F3-352E-4D0C-B713-9E3109A9D375}">
      <dgm:prSet phldrT="[Text]"/>
      <dgm:spPr/>
      <dgm:t>
        <a:bodyPr/>
        <a:lstStyle/>
        <a:p>
          <a:r>
            <a:rPr lang="en-IE" dirty="0"/>
            <a:t>What other disciplines are involved?</a:t>
          </a:r>
        </a:p>
      </dgm:t>
    </dgm:pt>
    <dgm:pt modelId="{5E59D640-707F-487F-B95E-10E0BBD28B2B}" type="parTrans" cxnId="{81A1FCCB-365E-40DD-8E90-FB6F7B6A265D}">
      <dgm:prSet/>
      <dgm:spPr/>
      <dgm:t>
        <a:bodyPr/>
        <a:lstStyle/>
        <a:p>
          <a:endParaRPr lang="en-IE"/>
        </a:p>
      </dgm:t>
    </dgm:pt>
    <dgm:pt modelId="{B856DFB7-F928-4AE1-95DA-320CDF76EB75}" type="sibTrans" cxnId="{81A1FCCB-365E-40DD-8E90-FB6F7B6A265D}">
      <dgm:prSet/>
      <dgm:spPr/>
      <dgm:t>
        <a:bodyPr/>
        <a:lstStyle/>
        <a:p>
          <a:endParaRPr lang="en-IE"/>
        </a:p>
      </dgm:t>
    </dgm:pt>
    <dgm:pt modelId="{7390C788-7FD3-48D1-99D7-BA5A40AD338B}" type="pres">
      <dgm:prSet presAssocID="{D1962BE2-3A3E-4853-B889-B10FFD331350}" presName="Name0" presStyleCnt="0">
        <dgm:presLayoutVars>
          <dgm:chMax val="1"/>
          <dgm:chPref val="1"/>
          <dgm:dir/>
          <dgm:animOne val="branch"/>
          <dgm:animLvl val="lvl"/>
        </dgm:presLayoutVars>
      </dgm:prSet>
      <dgm:spPr/>
      <dgm:t>
        <a:bodyPr/>
        <a:lstStyle/>
        <a:p>
          <a:endParaRPr lang="en-IE"/>
        </a:p>
      </dgm:t>
    </dgm:pt>
    <dgm:pt modelId="{FD4EA5A8-7A05-4CA8-9BA3-119E6A6F9F81}" type="pres">
      <dgm:prSet presAssocID="{349A6936-2A6F-4D72-BBE8-A8C3F17C6E71}" presName="textCenter" presStyleLbl="node1" presStyleIdx="0" presStyleCnt="13"/>
      <dgm:spPr/>
      <dgm:t>
        <a:bodyPr/>
        <a:lstStyle/>
        <a:p>
          <a:endParaRPr lang="en-IE"/>
        </a:p>
      </dgm:t>
    </dgm:pt>
    <dgm:pt modelId="{3145FDA2-B272-4DDC-A9D6-5BFD199A3D7A}" type="pres">
      <dgm:prSet presAssocID="{349A6936-2A6F-4D72-BBE8-A8C3F17C6E71}" presName="cycle_1" presStyleCnt="0"/>
      <dgm:spPr/>
    </dgm:pt>
    <dgm:pt modelId="{6A3F0B4F-DF81-468A-823C-FFB5D8AA8636}" type="pres">
      <dgm:prSet presAssocID="{886C189B-1E8E-4C9F-8201-D29BF38C73CB}" presName="childCenter1" presStyleLbl="node1" presStyleIdx="1" presStyleCnt="13"/>
      <dgm:spPr/>
      <dgm:t>
        <a:bodyPr/>
        <a:lstStyle/>
        <a:p>
          <a:endParaRPr lang="en-IE"/>
        </a:p>
      </dgm:t>
    </dgm:pt>
    <dgm:pt modelId="{AED90814-BAE8-462B-84EA-55139B504078}" type="pres">
      <dgm:prSet presAssocID="{5147B39A-1118-4081-BDED-D71F9C47C448}" presName="Name141" presStyleLbl="parChTrans1D3" presStyleIdx="0" presStyleCnt="8"/>
      <dgm:spPr/>
      <dgm:t>
        <a:bodyPr/>
        <a:lstStyle/>
        <a:p>
          <a:endParaRPr lang="en-IE"/>
        </a:p>
      </dgm:t>
    </dgm:pt>
    <dgm:pt modelId="{61A540B3-E7D3-4142-94F1-EF869DB9C703}" type="pres">
      <dgm:prSet presAssocID="{1B3E701D-B851-4B42-8F34-458CCD41EF94}" presName="text1" presStyleLbl="node1" presStyleIdx="2" presStyleCnt="13">
        <dgm:presLayoutVars>
          <dgm:bulletEnabled val="1"/>
        </dgm:presLayoutVars>
      </dgm:prSet>
      <dgm:spPr/>
      <dgm:t>
        <a:bodyPr/>
        <a:lstStyle/>
        <a:p>
          <a:endParaRPr lang="en-IE"/>
        </a:p>
      </dgm:t>
    </dgm:pt>
    <dgm:pt modelId="{5EEACB00-5F88-4AB9-8E8A-C938440D4B1B}" type="pres">
      <dgm:prSet presAssocID="{ADE9A0D2-3EE0-4615-AD08-A8BC8248B990}" presName="Name141" presStyleLbl="parChTrans1D3" presStyleIdx="1" presStyleCnt="8"/>
      <dgm:spPr/>
      <dgm:t>
        <a:bodyPr/>
        <a:lstStyle/>
        <a:p>
          <a:endParaRPr lang="en-IE"/>
        </a:p>
      </dgm:t>
    </dgm:pt>
    <dgm:pt modelId="{FCF8027B-BFDF-4609-A5EB-4C46B3D69B3B}" type="pres">
      <dgm:prSet presAssocID="{14CC9B49-F488-46E0-BA3E-822394853E0B}" presName="text1" presStyleLbl="node1" presStyleIdx="3" presStyleCnt="13">
        <dgm:presLayoutVars>
          <dgm:bulletEnabled val="1"/>
        </dgm:presLayoutVars>
      </dgm:prSet>
      <dgm:spPr/>
      <dgm:t>
        <a:bodyPr/>
        <a:lstStyle/>
        <a:p>
          <a:endParaRPr lang="en-IE"/>
        </a:p>
      </dgm:t>
    </dgm:pt>
    <dgm:pt modelId="{346D48BF-109C-4087-85F9-06224B8EE5BA}" type="pres">
      <dgm:prSet presAssocID="{AB32B389-93C8-441F-9B1A-BEE868AF81D6}" presName="Name141" presStyleLbl="parChTrans1D3" presStyleIdx="2" presStyleCnt="8"/>
      <dgm:spPr/>
      <dgm:t>
        <a:bodyPr/>
        <a:lstStyle/>
        <a:p>
          <a:endParaRPr lang="en-IE"/>
        </a:p>
      </dgm:t>
    </dgm:pt>
    <dgm:pt modelId="{8A161E7F-2A57-4034-ABBF-A3DC28E59864}" type="pres">
      <dgm:prSet presAssocID="{35C4A6BF-82C7-4D8E-B946-12DEFBEBCF48}" presName="text1" presStyleLbl="node1" presStyleIdx="4" presStyleCnt="13">
        <dgm:presLayoutVars>
          <dgm:bulletEnabled val="1"/>
        </dgm:presLayoutVars>
      </dgm:prSet>
      <dgm:spPr/>
      <dgm:t>
        <a:bodyPr/>
        <a:lstStyle/>
        <a:p>
          <a:endParaRPr lang="en-IE"/>
        </a:p>
      </dgm:t>
    </dgm:pt>
    <dgm:pt modelId="{63355AA2-7CA6-4AC6-86E0-6831DD220C2D}" type="pres">
      <dgm:prSet presAssocID="{62BFEB2B-F4FC-445E-8474-F8105476BB43}" presName="Name144" presStyleLbl="parChTrans1D2" presStyleIdx="0" presStyleCnt="4"/>
      <dgm:spPr/>
      <dgm:t>
        <a:bodyPr/>
        <a:lstStyle/>
        <a:p>
          <a:endParaRPr lang="en-IE"/>
        </a:p>
      </dgm:t>
    </dgm:pt>
    <dgm:pt modelId="{2A0A8856-406F-45A1-B066-B1E45822B9E3}" type="pres">
      <dgm:prSet presAssocID="{349A6936-2A6F-4D72-BBE8-A8C3F17C6E71}" presName="cycle_2" presStyleCnt="0"/>
      <dgm:spPr/>
    </dgm:pt>
    <dgm:pt modelId="{B645091C-D97E-4925-AB57-3D7D9EE345D2}" type="pres">
      <dgm:prSet presAssocID="{ED9F4806-C8DE-45BC-A16D-2339DDF7CE02}" presName="childCenter2" presStyleLbl="node1" presStyleIdx="5" presStyleCnt="13"/>
      <dgm:spPr/>
      <dgm:t>
        <a:bodyPr/>
        <a:lstStyle/>
        <a:p>
          <a:endParaRPr lang="en-IE"/>
        </a:p>
      </dgm:t>
    </dgm:pt>
    <dgm:pt modelId="{479E6D55-93AC-43F8-B353-39D3D4D0E331}" type="pres">
      <dgm:prSet presAssocID="{F35580A0-CA30-4ED0-9F71-BCF84AFA9EDB}" presName="Name218" presStyleLbl="parChTrans1D3" presStyleIdx="3" presStyleCnt="8"/>
      <dgm:spPr/>
      <dgm:t>
        <a:bodyPr/>
        <a:lstStyle/>
        <a:p>
          <a:endParaRPr lang="en-IE"/>
        </a:p>
      </dgm:t>
    </dgm:pt>
    <dgm:pt modelId="{C50E74E4-7F8B-4D9E-BC9C-EA5440BBC383}" type="pres">
      <dgm:prSet presAssocID="{8AF60EF1-5D5A-4B33-A88E-F99FC590A177}" presName="text2" presStyleLbl="node1" presStyleIdx="6" presStyleCnt="13">
        <dgm:presLayoutVars>
          <dgm:bulletEnabled val="1"/>
        </dgm:presLayoutVars>
      </dgm:prSet>
      <dgm:spPr/>
      <dgm:t>
        <a:bodyPr/>
        <a:lstStyle/>
        <a:p>
          <a:endParaRPr lang="en-IE"/>
        </a:p>
      </dgm:t>
    </dgm:pt>
    <dgm:pt modelId="{7CB37BBE-916B-4FB6-A2B9-28A5230672AA}" type="pres">
      <dgm:prSet presAssocID="{9CDB90EC-6918-4E56-B77F-21076B061566}" presName="Name218" presStyleLbl="parChTrans1D3" presStyleIdx="4" presStyleCnt="8"/>
      <dgm:spPr/>
      <dgm:t>
        <a:bodyPr/>
        <a:lstStyle/>
        <a:p>
          <a:endParaRPr lang="en-IE"/>
        </a:p>
      </dgm:t>
    </dgm:pt>
    <dgm:pt modelId="{C4D33A43-C5B4-43F8-A1C9-14406B876DBF}" type="pres">
      <dgm:prSet presAssocID="{7A8524A3-210C-41C6-B200-5BA7CA21B683}" presName="text2" presStyleLbl="node1" presStyleIdx="7" presStyleCnt="13">
        <dgm:presLayoutVars>
          <dgm:bulletEnabled val="1"/>
        </dgm:presLayoutVars>
      </dgm:prSet>
      <dgm:spPr/>
      <dgm:t>
        <a:bodyPr/>
        <a:lstStyle/>
        <a:p>
          <a:endParaRPr lang="en-IE"/>
        </a:p>
      </dgm:t>
    </dgm:pt>
    <dgm:pt modelId="{82B7C02D-937A-41B1-ABCA-205D8F8727E1}" type="pres">
      <dgm:prSet presAssocID="{80AEC0C3-E721-4BAB-9D2D-8C51F361A238}" presName="Name221" presStyleLbl="parChTrans1D2" presStyleIdx="1" presStyleCnt="4"/>
      <dgm:spPr/>
      <dgm:t>
        <a:bodyPr/>
        <a:lstStyle/>
        <a:p>
          <a:endParaRPr lang="en-IE"/>
        </a:p>
      </dgm:t>
    </dgm:pt>
    <dgm:pt modelId="{B852D5A4-C6EE-4787-9BD1-70F1DDD10A29}" type="pres">
      <dgm:prSet presAssocID="{349A6936-2A6F-4D72-BBE8-A8C3F17C6E71}" presName="cycle_3" presStyleCnt="0"/>
      <dgm:spPr/>
    </dgm:pt>
    <dgm:pt modelId="{C039C665-DF92-4A72-9C45-41350F9660A0}" type="pres">
      <dgm:prSet presAssocID="{B5EDED8B-072E-4815-AAF1-6B72608069B5}" presName="childCenter3" presStyleLbl="node1" presStyleIdx="8" presStyleCnt="13"/>
      <dgm:spPr/>
      <dgm:t>
        <a:bodyPr/>
        <a:lstStyle/>
        <a:p>
          <a:endParaRPr lang="en-IE"/>
        </a:p>
      </dgm:t>
    </dgm:pt>
    <dgm:pt modelId="{C143F38E-5FFD-47A8-896D-C3F82EEC5267}" type="pres">
      <dgm:prSet presAssocID="{6ACE9CDA-1FB9-46A5-AA4F-733D2CB56E0D}" presName="Name288" presStyleLbl="parChTrans1D2" presStyleIdx="2" presStyleCnt="4"/>
      <dgm:spPr/>
      <dgm:t>
        <a:bodyPr/>
        <a:lstStyle/>
        <a:p>
          <a:endParaRPr lang="en-IE"/>
        </a:p>
      </dgm:t>
    </dgm:pt>
    <dgm:pt modelId="{AFC79F75-432A-402E-A971-2E7F8E5010B9}" type="pres">
      <dgm:prSet presAssocID="{349A6936-2A6F-4D72-BBE8-A8C3F17C6E71}" presName="cycle_4" presStyleCnt="0"/>
      <dgm:spPr/>
    </dgm:pt>
    <dgm:pt modelId="{564396BF-752F-4601-B85E-882190854C95}" type="pres">
      <dgm:prSet presAssocID="{F7A42984-0C33-403A-BE8D-D1F6480BA554}" presName="childCenter4" presStyleLbl="node1" presStyleIdx="9" presStyleCnt="13"/>
      <dgm:spPr/>
      <dgm:t>
        <a:bodyPr/>
        <a:lstStyle/>
        <a:p>
          <a:endParaRPr lang="en-IE"/>
        </a:p>
      </dgm:t>
    </dgm:pt>
    <dgm:pt modelId="{79836479-19CF-4B96-AF86-66EC90CC6401}" type="pres">
      <dgm:prSet presAssocID="{2EF69ECC-0842-4A66-9A0F-84E0CA034664}" presName="Name342" presStyleLbl="parChTrans1D3" presStyleIdx="5" presStyleCnt="8"/>
      <dgm:spPr/>
      <dgm:t>
        <a:bodyPr/>
        <a:lstStyle/>
        <a:p>
          <a:endParaRPr lang="en-IE"/>
        </a:p>
      </dgm:t>
    </dgm:pt>
    <dgm:pt modelId="{333DB67E-CFEE-41C9-8168-3532A29CE8E4}" type="pres">
      <dgm:prSet presAssocID="{00206162-2214-4BFD-9D4D-F81B9D6A3BB4}" presName="text4" presStyleLbl="node1" presStyleIdx="10" presStyleCnt="13">
        <dgm:presLayoutVars>
          <dgm:bulletEnabled val="1"/>
        </dgm:presLayoutVars>
      </dgm:prSet>
      <dgm:spPr/>
      <dgm:t>
        <a:bodyPr/>
        <a:lstStyle/>
        <a:p>
          <a:endParaRPr lang="en-IE"/>
        </a:p>
      </dgm:t>
    </dgm:pt>
    <dgm:pt modelId="{902F6A25-9BDA-4891-A4DD-3884A18DB50F}" type="pres">
      <dgm:prSet presAssocID="{94C8961D-EF2E-4A8E-B119-8C2516AD4ED8}" presName="Name342" presStyleLbl="parChTrans1D3" presStyleIdx="6" presStyleCnt="8"/>
      <dgm:spPr/>
      <dgm:t>
        <a:bodyPr/>
        <a:lstStyle/>
        <a:p>
          <a:endParaRPr lang="en-IE"/>
        </a:p>
      </dgm:t>
    </dgm:pt>
    <dgm:pt modelId="{18C78C30-2EA7-4001-84A7-2DE59ED9C469}" type="pres">
      <dgm:prSet presAssocID="{FA18AC97-4DDA-4549-A522-C315687A53B1}" presName="text4" presStyleLbl="node1" presStyleIdx="11" presStyleCnt="13">
        <dgm:presLayoutVars>
          <dgm:bulletEnabled val="1"/>
        </dgm:presLayoutVars>
      </dgm:prSet>
      <dgm:spPr/>
      <dgm:t>
        <a:bodyPr/>
        <a:lstStyle/>
        <a:p>
          <a:endParaRPr lang="en-IE"/>
        </a:p>
      </dgm:t>
    </dgm:pt>
    <dgm:pt modelId="{7321B8A1-401B-41A8-BC92-DF1A671F3522}" type="pres">
      <dgm:prSet presAssocID="{5E59D640-707F-487F-B95E-10E0BBD28B2B}" presName="Name342" presStyleLbl="parChTrans1D3" presStyleIdx="7" presStyleCnt="8"/>
      <dgm:spPr/>
      <dgm:t>
        <a:bodyPr/>
        <a:lstStyle/>
        <a:p>
          <a:endParaRPr lang="en-IE"/>
        </a:p>
      </dgm:t>
    </dgm:pt>
    <dgm:pt modelId="{E1D1D795-6C28-4448-905A-194C0262A8CB}" type="pres">
      <dgm:prSet presAssocID="{5B62D3F3-352E-4D0C-B713-9E3109A9D375}" presName="text4" presStyleLbl="node1" presStyleIdx="12" presStyleCnt="13">
        <dgm:presLayoutVars>
          <dgm:bulletEnabled val="1"/>
        </dgm:presLayoutVars>
      </dgm:prSet>
      <dgm:spPr/>
      <dgm:t>
        <a:bodyPr/>
        <a:lstStyle/>
        <a:p>
          <a:endParaRPr lang="en-IE"/>
        </a:p>
      </dgm:t>
    </dgm:pt>
    <dgm:pt modelId="{0DBCA12B-B42A-4A3F-A963-820FB3EE955A}" type="pres">
      <dgm:prSet presAssocID="{DF9DDA47-35C3-46A0-BA8F-EA3FE4F2CDCC}" presName="Name345" presStyleLbl="parChTrans1D2" presStyleIdx="3" presStyleCnt="4"/>
      <dgm:spPr/>
      <dgm:t>
        <a:bodyPr/>
        <a:lstStyle/>
        <a:p>
          <a:endParaRPr lang="en-IE"/>
        </a:p>
      </dgm:t>
    </dgm:pt>
  </dgm:ptLst>
  <dgm:cxnLst>
    <dgm:cxn modelId="{81A1FCCB-365E-40DD-8E90-FB6F7B6A265D}" srcId="{F7A42984-0C33-403A-BE8D-D1F6480BA554}" destId="{5B62D3F3-352E-4D0C-B713-9E3109A9D375}" srcOrd="2" destOrd="0" parTransId="{5E59D640-707F-487F-B95E-10E0BBD28B2B}" sibTransId="{B856DFB7-F928-4AE1-95DA-320CDF76EB75}"/>
    <dgm:cxn modelId="{32AA53F5-0DD9-43D0-BEEB-25E14ECE46DD}" type="presOf" srcId="{62BFEB2B-F4FC-445E-8474-F8105476BB43}" destId="{63355AA2-7CA6-4AC6-86E0-6831DD220C2D}" srcOrd="0" destOrd="0" presId="urn:microsoft.com/office/officeart/2008/layout/RadialCluster"/>
    <dgm:cxn modelId="{0F1305D3-0C7F-4171-A86E-8DC7C6FE7FD8}" srcId="{349A6936-2A6F-4D72-BBE8-A8C3F17C6E71}" destId="{B5EDED8B-072E-4815-AAF1-6B72608069B5}" srcOrd="2" destOrd="0" parTransId="{6ACE9CDA-1FB9-46A5-AA4F-733D2CB56E0D}" sibTransId="{C18BA684-3448-4409-9271-81E9DC579DDF}"/>
    <dgm:cxn modelId="{725A00EE-FFBA-4C05-92CF-0A005498B3AF}" type="presOf" srcId="{1B3E701D-B851-4B42-8F34-458CCD41EF94}" destId="{61A540B3-E7D3-4142-94F1-EF869DB9C703}" srcOrd="0" destOrd="0" presId="urn:microsoft.com/office/officeart/2008/layout/RadialCluster"/>
    <dgm:cxn modelId="{109B5DB2-2043-48B1-9C87-87B39881916F}" type="presOf" srcId="{F7A42984-0C33-403A-BE8D-D1F6480BA554}" destId="{564396BF-752F-4601-B85E-882190854C95}" srcOrd="0" destOrd="0" presId="urn:microsoft.com/office/officeart/2008/layout/RadialCluster"/>
    <dgm:cxn modelId="{F754785A-4E72-4485-8ADE-8E26943DCFBE}" type="presOf" srcId="{ADE9A0D2-3EE0-4615-AD08-A8BC8248B990}" destId="{5EEACB00-5F88-4AB9-8E8A-C938440D4B1B}" srcOrd="0" destOrd="0" presId="urn:microsoft.com/office/officeart/2008/layout/RadialCluster"/>
    <dgm:cxn modelId="{552B8535-535F-4CF3-811D-B5DB685D13FA}" type="presOf" srcId="{14CC9B49-F488-46E0-BA3E-822394853E0B}" destId="{FCF8027B-BFDF-4609-A5EB-4C46B3D69B3B}" srcOrd="0" destOrd="0" presId="urn:microsoft.com/office/officeart/2008/layout/RadialCluster"/>
    <dgm:cxn modelId="{0144BDA6-02CF-42AA-BD7A-35F90F369912}" srcId="{886C189B-1E8E-4C9F-8201-D29BF38C73CB}" destId="{1B3E701D-B851-4B42-8F34-458CCD41EF94}" srcOrd="0" destOrd="0" parTransId="{5147B39A-1118-4081-BDED-D71F9C47C448}" sibTransId="{CB33FC02-F7FF-421C-A087-551053159F90}"/>
    <dgm:cxn modelId="{30CA8FFB-B437-4A82-9605-7FF5B60C757F}" type="presOf" srcId="{5E59D640-707F-487F-B95E-10E0BBD28B2B}" destId="{7321B8A1-401B-41A8-BC92-DF1A671F3522}" srcOrd="0" destOrd="0" presId="urn:microsoft.com/office/officeart/2008/layout/RadialCluster"/>
    <dgm:cxn modelId="{2C211643-854E-44A4-8DDC-EB142D38E37A}" type="presOf" srcId="{35C4A6BF-82C7-4D8E-B946-12DEFBEBCF48}" destId="{8A161E7F-2A57-4034-ABBF-A3DC28E59864}" srcOrd="0" destOrd="0" presId="urn:microsoft.com/office/officeart/2008/layout/RadialCluster"/>
    <dgm:cxn modelId="{88BCB4E6-A25B-4B06-AA6D-28C04C923BCB}" type="presOf" srcId="{5147B39A-1118-4081-BDED-D71F9C47C448}" destId="{AED90814-BAE8-462B-84EA-55139B504078}" srcOrd="0" destOrd="0" presId="urn:microsoft.com/office/officeart/2008/layout/RadialCluster"/>
    <dgm:cxn modelId="{138F403B-813D-4ED1-BCAB-8BB339937968}" type="presOf" srcId="{7A8524A3-210C-41C6-B200-5BA7CA21B683}" destId="{C4D33A43-C5B4-43F8-A1C9-14406B876DBF}" srcOrd="0" destOrd="0" presId="urn:microsoft.com/office/officeart/2008/layout/RadialCluster"/>
    <dgm:cxn modelId="{E5157B15-C678-4839-8073-868CD290C9E1}" type="presOf" srcId="{B5EDED8B-072E-4815-AAF1-6B72608069B5}" destId="{C039C665-DF92-4A72-9C45-41350F9660A0}" srcOrd="0" destOrd="0" presId="urn:microsoft.com/office/officeart/2008/layout/RadialCluster"/>
    <dgm:cxn modelId="{61F6F520-D84B-4334-A0D2-5747B8AA7F4E}" srcId="{ED9F4806-C8DE-45BC-A16D-2339DDF7CE02}" destId="{7A8524A3-210C-41C6-B200-5BA7CA21B683}" srcOrd="1" destOrd="0" parTransId="{9CDB90EC-6918-4E56-B77F-21076B061566}" sibTransId="{B446C8DA-D1D5-451D-9F95-F69FE2F2319B}"/>
    <dgm:cxn modelId="{5B598FB9-41A1-4AD2-8045-50DA2B698382}" type="presOf" srcId="{94C8961D-EF2E-4A8E-B119-8C2516AD4ED8}" destId="{902F6A25-9BDA-4891-A4DD-3884A18DB50F}" srcOrd="0" destOrd="0" presId="urn:microsoft.com/office/officeart/2008/layout/RadialCluster"/>
    <dgm:cxn modelId="{0F364D85-D3AA-4235-9C63-63FF6BB1EA4E}" type="presOf" srcId="{6ACE9CDA-1FB9-46A5-AA4F-733D2CB56E0D}" destId="{C143F38E-5FFD-47A8-896D-C3F82EEC5267}" srcOrd="0" destOrd="0" presId="urn:microsoft.com/office/officeart/2008/layout/RadialCluster"/>
    <dgm:cxn modelId="{143C602F-FC78-4AA3-882E-AD3D0DD5393F}" type="presOf" srcId="{9CDB90EC-6918-4E56-B77F-21076B061566}" destId="{7CB37BBE-916B-4FB6-A2B9-28A5230672AA}" srcOrd="0" destOrd="0" presId="urn:microsoft.com/office/officeart/2008/layout/RadialCluster"/>
    <dgm:cxn modelId="{7403F162-B60E-45B6-A4DD-3363B8724995}" srcId="{349A6936-2A6F-4D72-BBE8-A8C3F17C6E71}" destId="{F7A42984-0C33-403A-BE8D-D1F6480BA554}" srcOrd="3" destOrd="0" parTransId="{DF9DDA47-35C3-46A0-BA8F-EA3FE4F2CDCC}" sibTransId="{EBD820EF-4433-4C75-A77A-6F51C2624C7A}"/>
    <dgm:cxn modelId="{34B1DFAA-59C2-4E8E-9AC6-8A10F0B547AF}" type="presOf" srcId="{00206162-2214-4BFD-9D4D-F81B9D6A3BB4}" destId="{333DB67E-CFEE-41C9-8168-3532A29CE8E4}" srcOrd="0" destOrd="0" presId="urn:microsoft.com/office/officeart/2008/layout/RadialCluster"/>
    <dgm:cxn modelId="{06BE3577-C1B1-41A4-AFFF-DE527926443E}" type="presOf" srcId="{2EF69ECC-0842-4A66-9A0F-84E0CA034664}" destId="{79836479-19CF-4B96-AF86-66EC90CC6401}" srcOrd="0" destOrd="0" presId="urn:microsoft.com/office/officeart/2008/layout/RadialCluster"/>
    <dgm:cxn modelId="{EF3175D9-AA4E-4A05-A1EF-B1FBF3DA34B1}" type="presOf" srcId="{886C189B-1E8E-4C9F-8201-D29BF38C73CB}" destId="{6A3F0B4F-DF81-468A-823C-FFB5D8AA8636}" srcOrd="0" destOrd="0" presId="urn:microsoft.com/office/officeart/2008/layout/RadialCluster"/>
    <dgm:cxn modelId="{39961418-CC1A-4552-AFA8-A0AF5B7BA709}" type="presOf" srcId="{349A6936-2A6F-4D72-BBE8-A8C3F17C6E71}" destId="{FD4EA5A8-7A05-4CA8-9BA3-119E6A6F9F81}" srcOrd="0" destOrd="0" presId="urn:microsoft.com/office/officeart/2008/layout/RadialCluster"/>
    <dgm:cxn modelId="{EA217C1B-597F-4072-B6CF-2AB5CF88EDC9}" srcId="{349A6936-2A6F-4D72-BBE8-A8C3F17C6E71}" destId="{ED9F4806-C8DE-45BC-A16D-2339DDF7CE02}" srcOrd="1" destOrd="0" parTransId="{80AEC0C3-E721-4BAB-9D2D-8C51F361A238}" sibTransId="{8D5FF5BE-EEE7-4EE9-A0F9-C4CF398429EB}"/>
    <dgm:cxn modelId="{E70391E1-977A-4716-BBCB-A797210A893F}" srcId="{886C189B-1E8E-4C9F-8201-D29BF38C73CB}" destId="{14CC9B49-F488-46E0-BA3E-822394853E0B}" srcOrd="1" destOrd="0" parTransId="{ADE9A0D2-3EE0-4615-AD08-A8BC8248B990}" sibTransId="{3939E88D-E08E-48EA-AB4F-AB62019E7660}"/>
    <dgm:cxn modelId="{F2D27AC3-E0A7-4EAE-AAF5-53633666B763}" type="presOf" srcId="{F35580A0-CA30-4ED0-9F71-BCF84AFA9EDB}" destId="{479E6D55-93AC-43F8-B353-39D3D4D0E331}" srcOrd="0" destOrd="0" presId="urn:microsoft.com/office/officeart/2008/layout/RadialCluster"/>
    <dgm:cxn modelId="{1C8C3376-13A6-443F-93AE-668CA0EC3E2F}" type="presOf" srcId="{AB32B389-93C8-441F-9B1A-BEE868AF81D6}" destId="{346D48BF-109C-4087-85F9-06224B8EE5BA}" srcOrd="0" destOrd="0" presId="urn:microsoft.com/office/officeart/2008/layout/RadialCluster"/>
    <dgm:cxn modelId="{78E6B78F-68AF-4D8B-816A-B364742CDE01}" type="presOf" srcId="{FA18AC97-4DDA-4549-A522-C315687A53B1}" destId="{18C78C30-2EA7-4001-84A7-2DE59ED9C469}" srcOrd="0" destOrd="0" presId="urn:microsoft.com/office/officeart/2008/layout/RadialCluster"/>
    <dgm:cxn modelId="{28437F9D-2DD2-4C1B-A23A-E9D755BFC1A6}" type="presOf" srcId="{DF9DDA47-35C3-46A0-BA8F-EA3FE4F2CDCC}" destId="{0DBCA12B-B42A-4A3F-A963-820FB3EE955A}" srcOrd="0" destOrd="0" presId="urn:microsoft.com/office/officeart/2008/layout/RadialCluster"/>
    <dgm:cxn modelId="{783A789F-1579-4722-A81D-7C385080E4AC}" srcId="{D1962BE2-3A3E-4853-B889-B10FFD331350}" destId="{349A6936-2A6F-4D72-BBE8-A8C3F17C6E71}" srcOrd="0" destOrd="0" parTransId="{5B2AC1B7-934C-4D53-BF0C-61BB9317230D}" sibTransId="{1B67ED47-B4A6-41A2-AA75-8AE9FB87E3BE}"/>
    <dgm:cxn modelId="{D7BE6A52-8EC8-4EF7-AC9D-401F1DF6F329}" srcId="{886C189B-1E8E-4C9F-8201-D29BF38C73CB}" destId="{35C4A6BF-82C7-4D8E-B946-12DEFBEBCF48}" srcOrd="2" destOrd="0" parTransId="{AB32B389-93C8-441F-9B1A-BEE868AF81D6}" sibTransId="{58E65EC6-43B0-4666-8370-E3AF549B1C3A}"/>
    <dgm:cxn modelId="{8CC88E24-EB43-49D0-9D0F-70454EBF52EE}" type="presOf" srcId="{5B62D3F3-352E-4D0C-B713-9E3109A9D375}" destId="{E1D1D795-6C28-4448-905A-194C0262A8CB}" srcOrd="0" destOrd="0" presId="urn:microsoft.com/office/officeart/2008/layout/RadialCluster"/>
    <dgm:cxn modelId="{4B994F46-6724-437D-8413-72EBF54B8452}" type="presOf" srcId="{8AF60EF1-5D5A-4B33-A88E-F99FC590A177}" destId="{C50E74E4-7F8B-4D9E-BC9C-EA5440BBC383}" srcOrd="0" destOrd="0" presId="urn:microsoft.com/office/officeart/2008/layout/RadialCluster"/>
    <dgm:cxn modelId="{64CC3D80-7F82-41E5-8182-0B891BDF80A2}" type="presOf" srcId="{80AEC0C3-E721-4BAB-9D2D-8C51F361A238}" destId="{82B7C02D-937A-41B1-ABCA-205D8F8727E1}" srcOrd="0" destOrd="0" presId="urn:microsoft.com/office/officeart/2008/layout/RadialCluster"/>
    <dgm:cxn modelId="{73E401F1-C315-467C-9BA1-98B26B046287}" type="presOf" srcId="{D1962BE2-3A3E-4853-B889-B10FFD331350}" destId="{7390C788-7FD3-48D1-99D7-BA5A40AD338B}" srcOrd="0" destOrd="0" presId="urn:microsoft.com/office/officeart/2008/layout/RadialCluster"/>
    <dgm:cxn modelId="{0854BBC2-0FCE-40F4-8F4C-0E6397C3D674}" type="presOf" srcId="{ED9F4806-C8DE-45BC-A16D-2339DDF7CE02}" destId="{B645091C-D97E-4925-AB57-3D7D9EE345D2}" srcOrd="0" destOrd="0" presId="urn:microsoft.com/office/officeart/2008/layout/RadialCluster"/>
    <dgm:cxn modelId="{0314246B-4B1D-46E5-8ABC-9E3CB77CDED5}" srcId="{F7A42984-0C33-403A-BE8D-D1F6480BA554}" destId="{00206162-2214-4BFD-9D4D-F81B9D6A3BB4}" srcOrd="0" destOrd="0" parTransId="{2EF69ECC-0842-4A66-9A0F-84E0CA034664}" sibTransId="{3A68CE0B-BCCC-4A83-B3DC-78D6D0304184}"/>
    <dgm:cxn modelId="{8244C540-7CDA-4BD1-B37D-6B4AE091B66B}" srcId="{349A6936-2A6F-4D72-BBE8-A8C3F17C6E71}" destId="{886C189B-1E8E-4C9F-8201-D29BF38C73CB}" srcOrd="0" destOrd="0" parTransId="{62BFEB2B-F4FC-445E-8474-F8105476BB43}" sibTransId="{95EBC6FF-0DFE-4E2B-9FD1-14B595E95554}"/>
    <dgm:cxn modelId="{EEC77DD3-FCBE-42DE-9931-733F7744B56B}" srcId="{F7A42984-0C33-403A-BE8D-D1F6480BA554}" destId="{FA18AC97-4DDA-4549-A522-C315687A53B1}" srcOrd="1" destOrd="0" parTransId="{94C8961D-EF2E-4A8E-B119-8C2516AD4ED8}" sibTransId="{7A8E683F-782A-4DD2-ACD5-97457F1EEF9F}"/>
    <dgm:cxn modelId="{EEF80F63-72C3-49D5-A24D-DC5D8E59E05D}" srcId="{ED9F4806-C8DE-45BC-A16D-2339DDF7CE02}" destId="{8AF60EF1-5D5A-4B33-A88E-F99FC590A177}" srcOrd="0" destOrd="0" parTransId="{F35580A0-CA30-4ED0-9F71-BCF84AFA9EDB}" sibTransId="{58CAB87E-E2FE-4BF4-A86A-121E8C546F35}"/>
    <dgm:cxn modelId="{F6F4873C-E190-4CFF-8611-A763B5ED1F36}" type="presParOf" srcId="{7390C788-7FD3-48D1-99D7-BA5A40AD338B}" destId="{FD4EA5A8-7A05-4CA8-9BA3-119E6A6F9F81}" srcOrd="0" destOrd="0" presId="urn:microsoft.com/office/officeart/2008/layout/RadialCluster"/>
    <dgm:cxn modelId="{983EDA98-3CDB-46D7-8C7C-7957C5FCEBA4}" type="presParOf" srcId="{7390C788-7FD3-48D1-99D7-BA5A40AD338B}" destId="{3145FDA2-B272-4DDC-A9D6-5BFD199A3D7A}" srcOrd="1" destOrd="0" presId="urn:microsoft.com/office/officeart/2008/layout/RadialCluster"/>
    <dgm:cxn modelId="{14719EFE-7480-4ABF-AB7E-24BECD391E7C}" type="presParOf" srcId="{3145FDA2-B272-4DDC-A9D6-5BFD199A3D7A}" destId="{6A3F0B4F-DF81-468A-823C-FFB5D8AA8636}" srcOrd="0" destOrd="0" presId="urn:microsoft.com/office/officeart/2008/layout/RadialCluster"/>
    <dgm:cxn modelId="{6FDF708D-95BE-4BAE-B57A-807754551889}" type="presParOf" srcId="{3145FDA2-B272-4DDC-A9D6-5BFD199A3D7A}" destId="{AED90814-BAE8-462B-84EA-55139B504078}" srcOrd="1" destOrd="0" presId="urn:microsoft.com/office/officeart/2008/layout/RadialCluster"/>
    <dgm:cxn modelId="{50EB08E2-36C2-4BDD-89DC-B65885C4177D}" type="presParOf" srcId="{3145FDA2-B272-4DDC-A9D6-5BFD199A3D7A}" destId="{61A540B3-E7D3-4142-94F1-EF869DB9C703}" srcOrd="2" destOrd="0" presId="urn:microsoft.com/office/officeart/2008/layout/RadialCluster"/>
    <dgm:cxn modelId="{7AD18F6F-DD3C-4B9F-9743-18EBA115CB6D}" type="presParOf" srcId="{3145FDA2-B272-4DDC-A9D6-5BFD199A3D7A}" destId="{5EEACB00-5F88-4AB9-8E8A-C938440D4B1B}" srcOrd="3" destOrd="0" presId="urn:microsoft.com/office/officeart/2008/layout/RadialCluster"/>
    <dgm:cxn modelId="{88DA2481-5B5D-4D70-A20B-B941A6FF89BC}" type="presParOf" srcId="{3145FDA2-B272-4DDC-A9D6-5BFD199A3D7A}" destId="{FCF8027B-BFDF-4609-A5EB-4C46B3D69B3B}" srcOrd="4" destOrd="0" presId="urn:microsoft.com/office/officeart/2008/layout/RadialCluster"/>
    <dgm:cxn modelId="{90533888-1392-48DF-90C6-FC907B33F745}" type="presParOf" srcId="{3145FDA2-B272-4DDC-A9D6-5BFD199A3D7A}" destId="{346D48BF-109C-4087-85F9-06224B8EE5BA}" srcOrd="5" destOrd="0" presId="urn:microsoft.com/office/officeart/2008/layout/RadialCluster"/>
    <dgm:cxn modelId="{7CE3F4D5-5037-45DE-A4EB-4F5C347A84B3}" type="presParOf" srcId="{3145FDA2-B272-4DDC-A9D6-5BFD199A3D7A}" destId="{8A161E7F-2A57-4034-ABBF-A3DC28E59864}" srcOrd="6" destOrd="0" presId="urn:microsoft.com/office/officeart/2008/layout/RadialCluster"/>
    <dgm:cxn modelId="{21C7031E-83FD-4AB7-8109-E0BF2EBE7C07}" type="presParOf" srcId="{7390C788-7FD3-48D1-99D7-BA5A40AD338B}" destId="{63355AA2-7CA6-4AC6-86E0-6831DD220C2D}" srcOrd="2" destOrd="0" presId="urn:microsoft.com/office/officeart/2008/layout/RadialCluster"/>
    <dgm:cxn modelId="{935C0403-E60A-4F69-B5E1-C6B451B02C5E}" type="presParOf" srcId="{7390C788-7FD3-48D1-99D7-BA5A40AD338B}" destId="{2A0A8856-406F-45A1-B066-B1E45822B9E3}" srcOrd="3" destOrd="0" presId="urn:microsoft.com/office/officeart/2008/layout/RadialCluster"/>
    <dgm:cxn modelId="{5A02DE7C-3491-4EAC-A5B7-BB36C2FC3490}" type="presParOf" srcId="{2A0A8856-406F-45A1-B066-B1E45822B9E3}" destId="{B645091C-D97E-4925-AB57-3D7D9EE345D2}" srcOrd="0" destOrd="0" presId="urn:microsoft.com/office/officeart/2008/layout/RadialCluster"/>
    <dgm:cxn modelId="{17351EF6-41BA-4694-8C54-A07FE422A428}" type="presParOf" srcId="{2A0A8856-406F-45A1-B066-B1E45822B9E3}" destId="{479E6D55-93AC-43F8-B353-39D3D4D0E331}" srcOrd="1" destOrd="0" presId="urn:microsoft.com/office/officeart/2008/layout/RadialCluster"/>
    <dgm:cxn modelId="{5F63492D-34A4-4096-BF7D-2047E2822403}" type="presParOf" srcId="{2A0A8856-406F-45A1-B066-B1E45822B9E3}" destId="{C50E74E4-7F8B-4D9E-BC9C-EA5440BBC383}" srcOrd="2" destOrd="0" presId="urn:microsoft.com/office/officeart/2008/layout/RadialCluster"/>
    <dgm:cxn modelId="{2314A365-C28A-4DD4-B73D-786AB912F3E2}" type="presParOf" srcId="{2A0A8856-406F-45A1-B066-B1E45822B9E3}" destId="{7CB37BBE-916B-4FB6-A2B9-28A5230672AA}" srcOrd="3" destOrd="0" presId="urn:microsoft.com/office/officeart/2008/layout/RadialCluster"/>
    <dgm:cxn modelId="{BEFB4B7B-FC40-46B4-8F9A-54BC4F29DEEF}" type="presParOf" srcId="{2A0A8856-406F-45A1-B066-B1E45822B9E3}" destId="{C4D33A43-C5B4-43F8-A1C9-14406B876DBF}" srcOrd="4" destOrd="0" presId="urn:microsoft.com/office/officeart/2008/layout/RadialCluster"/>
    <dgm:cxn modelId="{5D906304-5889-4DFF-B7A0-8DEA1BAB81D4}" type="presParOf" srcId="{7390C788-7FD3-48D1-99D7-BA5A40AD338B}" destId="{82B7C02D-937A-41B1-ABCA-205D8F8727E1}" srcOrd="4" destOrd="0" presId="urn:microsoft.com/office/officeart/2008/layout/RadialCluster"/>
    <dgm:cxn modelId="{2B20829F-2520-4BB9-8AB1-868657C21838}" type="presParOf" srcId="{7390C788-7FD3-48D1-99D7-BA5A40AD338B}" destId="{B852D5A4-C6EE-4787-9BD1-70F1DDD10A29}" srcOrd="5" destOrd="0" presId="urn:microsoft.com/office/officeart/2008/layout/RadialCluster"/>
    <dgm:cxn modelId="{7CEA760B-23DD-4A78-BC68-04679F22AE7F}" type="presParOf" srcId="{B852D5A4-C6EE-4787-9BD1-70F1DDD10A29}" destId="{C039C665-DF92-4A72-9C45-41350F9660A0}" srcOrd="0" destOrd="0" presId="urn:microsoft.com/office/officeart/2008/layout/RadialCluster"/>
    <dgm:cxn modelId="{E73CE3FA-6D36-4251-B932-8255FED6133D}" type="presParOf" srcId="{7390C788-7FD3-48D1-99D7-BA5A40AD338B}" destId="{C143F38E-5FFD-47A8-896D-C3F82EEC5267}" srcOrd="6" destOrd="0" presId="urn:microsoft.com/office/officeart/2008/layout/RadialCluster"/>
    <dgm:cxn modelId="{F166B287-4486-4EB9-AB3E-E3F774BC72B0}" type="presParOf" srcId="{7390C788-7FD3-48D1-99D7-BA5A40AD338B}" destId="{AFC79F75-432A-402E-A971-2E7F8E5010B9}" srcOrd="7" destOrd="0" presId="urn:microsoft.com/office/officeart/2008/layout/RadialCluster"/>
    <dgm:cxn modelId="{FEA2FD54-4983-4214-B233-FD96B40D97F4}" type="presParOf" srcId="{AFC79F75-432A-402E-A971-2E7F8E5010B9}" destId="{564396BF-752F-4601-B85E-882190854C95}" srcOrd="0" destOrd="0" presId="urn:microsoft.com/office/officeart/2008/layout/RadialCluster"/>
    <dgm:cxn modelId="{2BC8492F-14E6-4E34-B02F-B9AE83A31EFF}" type="presParOf" srcId="{AFC79F75-432A-402E-A971-2E7F8E5010B9}" destId="{79836479-19CF-4B96-AF86-66EC90CC6401}" srcOrd="1" destOrd="0" presId="urn:microsoft.com/office/officeart/2008/layout/RadialCluster"/>
    <dgm:cxn modelId="{EB0DFCFC-C6C1-44ED-A17A-2AE2E351ACA7}" type="presParOf" srcId="{AFC79F75-432A-402E-A971-2E7F8E5010B9}" destId="{333DB67E-CFEE-41C9-8168-3532A29CE8E4}" srcOrd="2" destOrd="0" presId="urn:microsoft.com/office/officeart/2008/layout/RadialCluster"/>
    <dgm:cxn modelId="{A438FDEA-1DF8-4CEC-B056-419FC8E6A0B5}" type="presParOf" srcId="{AFC79F75-432A-402E-A971-2E7F8E5010B9}" destId="{902F6A25-9BDA-4891-A4DD-3884A18DB50F}" srcOrd="3" destOrd="0" presId="urn:microsoft.com/office/officeart/2008/layout/RadialCluster"/>
    <dgm:cxn modelId="{9C4EDA42-BD66-4473-91CD-7CC43507D333}" type="presParOf" srcId="{AFC79F75-432A-402E-A971-2E7F8E5010B9}" destId="{18C78C30-2EA7-4001-84A7-2DE59ED9C469}" srcOrd="4" destOrd="0" presId="urn:microsoft.com/office/officeart/2008/layout/RadialCluster"/>
    <dgm:cxn modelId="{BC9DB433-DD1B-4968-B408-05F092748294}" type="presParOf" srcId="{AFC79F75-432A-402E-A971-2E7F8E5010B9}" destId="{7321B8A1-401B-41A8-BC92-DF1A671F3522}" srcOrd="5" destOrd="0" presId="urn:microsoft.com/office/officeart/2008/layout/RadialCluster"/>
    <dgm:cxn modelId="{74A2CD94-3F76-4B94-A28A-A9EC19258EF0}" type="presParOf" srcId="{AFC79F75-432A-402E-A971-2E7F8E5010B9}" destId="{E1D1D795-6C28-4448-905A-194C0262A8CB}" srcOrd="6" destOrd="0" presId="urn:microsoft.com/office/officeart/2008/layout/RadialCluster"/>
    <dgm:cxn modelId="{D50973DF-1F4A-43F8-8CE2-0B1847FFA3FD}" type="presParOf" srcId="{7390C788-7FD3-48D1-99D7-BA5A40AD338B}" destId="{0DBCA12B-B42A-4A3F-A963-820FB3EE955A}" srcOrd="8"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09689-8164-4CC4-B9E0-0982951310F1}">
      <dsp:nvSpPr>
        <dsp:cNvPr id="0" name=""/>
        <dsp:cNvSpPr/>
      </dsp:nvSpPr>
      <dsp:spPr>
        <a:xfrm rot="5400000">
          <a:off x="-162201" y="162351"/>
          <a:ext cx="1081340" cy="756938"/>
        </a:xfrm>
        <a:prstGeom prst="chevron">
          <a:avLst/>
        </a:prstGeom>
        <a:solidFill>
          <a:schemeClr val="accent1">
            <a:hueOff val="0"/>
            <a:satOff val="0"/>
            <a:lumOff val="0"/>
            <a:alphaOff val="0"/>
          </a:schemeClr>
        </a:solidFill>
        <a:ln>
          <a:noFill/>
        </a:ln>
        <a:effectLst>
          <a:outerShdw blurRad="50800" dist="43000" dir="5400000" rotWithShape="0">
            <a:srgbClr val="000000">
              <a:alpha val="4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rtl="0">
            <a:lnSpc>
              <a:spcPct val="90000"/>
            </a:lnSpc>
            <a:spcBef>
              <a:spcPct val="0"/>
            </a:spcBef>
            <a:spcAft>
              <a:spcPct val="35000"/>
            </a:spcAft>
          </a:pPr>
          <a:r>
            <a:rPr lang="en-IE" sz="1500" kern="1200"/>
            <a:t>Survey</a:t>
          </a:r>
        </a:p>
      </dsp:txBody>
      <dsp:txXfrm rot="-5400000">
        <a:off x="0" y="378619"/>
        <a:ext cx="756938" cy="324402"/>
      </dsp:txXfrm>
    </dsp:sp>
    <dsp:sp modelId="{D1C37813-8B07-4976-BF8D-C7AAE2B78D74}">
      <dsp:nvSpPr>
        <dsp:cNvPr id="0" name=""/>
        <dsp:cNvSpPr/>
      </dsp:nvSpPr>
      <dsp:spPr>
        <a:xfrm rot="5400000">
          <a:off x="4383517" y="-3626428"/>
          <a:ext cx="702871" cy="7956029"/>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IE" sz="2300" kern="1200"/>
            <a:t>Get the general idea </a:t>
          </a:r>
        </a:p>
      </dsp:txBody>
      <dsp:txXfrm rot="-5400000">
        <a:off x="756939" y="34461"/>
        <a:ext cx="7921718" cy="634249"/>
      </dsp:txXfrm>
    </dsp:sp>
    <dsp:sp modelId="{A97DD041-9AF7-412D-87A0-CA6655ED09EC}">
      <dsp:nvSpPr>
        <dsp:cNvPr id="0" name=""/>
        <dsp:cNvSpPr/>
      </dsp:nvSpPr>
      <dsp:spPr>
        <a:xfrm rot="5400000">
          <a:off x="-162201" y="1126381"/>
          <a:ext cx="1081340" cy="756938"/>
        </a:xfrm>
        <a:prstGeom prst="chevron">
          <a:avLst/>
        </a:prstGeom>
        <a:solidFill>
          <a:schemeClr val="accent1">
            <a:hueOff val="0"/>
            <a:satOff val="0"/>
            <a:lumOff val="0"/>
            <a:alphaOff val="0"/>
          </a:schemeClr>
        </a:solidFill>
        <a:ln>
          <a:noFill/>
        </a:ln>
        <a:effectLst>
          <a:outerShdw blurRad="50800" dist="43000" dir="5400000" rotWithShape="0">
            <a:srgbClr val="000000">
              <a:alpha val="4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rtl="0">
            <a:lnSpc>
              <a:spcPct val="90000"/>
            </a:lnSpc>
            <a:spcBef>
              <a:spcPct val="0"/>
            </a:spcBef>
            <a:spcAft>
              <a:spcPct val="35000"/>
            </a:spcAft>
          </a:pPr>
          <a:r>
            <a:rPr lang="en-IE" sz="1500" kern="1200"/>
            <a:t>Question</a:t>
          </a:r>
        </a:p>
      </dsp:txBody>
      <dsp:txXfrm rot="-5400000">
        <a:off x="0" y="1342649"/>
        <a:ext cx="756938" cy="324402"/>
      </dsp:txXfrm>
    </dsp:sp>
    <dsp:sp modelId="{499ADC1B-9724-4BD5-B7D7-5A9504752C1D}">
      <dsp:nvSpPr>
        <dsp:cNvPr id="0" name=""/>
        <dsp:cNvSpPr/>
      </dsp:nvSpPr>
      <dsp:spPr>
        <a:xfrm rot="5400000">
          <a:off x="4383517" y="-2662399"/>
          <a:ext cx="702871" cy="7956029"/>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IE" sz="2300" kern="1200"/>
            <a:t>What questions would you like the text to answer?</a:t>
          </a:r>
        </a:p>
      </dsp:txBody>
      <dsp:txXfrm rot="-5400000">
        <a:off x="756939" y="998490"/>
        <a:ext cx="7921718" cy="634249"/>
      </dsp:txXfrm>
    </dsp:sp>
    <dsp:sp modelId="{9EAF87BB-72CB-46C9-BDB4-B454BA9BC8E9}">
      <dsp:nvSpPr>
        <dsp:cNvPr id="0" name=""/>
        <dsp:cNvSpPr/>
      </dsp:nvSpPr>
      <dsp:spPr>
        <a:xfrm rot="5400000">
          <a:off x="-162201" y="2090410"/>
          <a:ext cx="1081340" cy="756938"/>
        </a:xfrm>
        <a:prstGeom prst="chevron">
          <a:avLst/>
        </a:prstGeom>
        <a:solidFill>
          <a:schemeClr val="accent1">
            <a:hueOff val="0"/>
            <a:satOff val="0"/>
            <a:lumOff val="0"/>
            <a:alphaOff val="0"/>
          </a:schemeClr>
        </a:solidFill>
        <a:ln>
          <a:noFill/>
        </a:ln>
        <a:effectLst>
          <a:outerShdw blurRad="50800" dist="43000" dir="5400000" rotWithShape="0">
            <a:srgbClr val="000000">
              <a:alpha val="4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rtl="0">
            <a:lnSpc>
              <a:spcPct val="90000"/>
            </a:lnSpc>
            <a:spcBef>
              <a:spcPct val="0"/>
            </a:spcBef>
            <a:spcAft>
              <a:spcPct val="35000"/>
            </a:spcAft>
          </a:pPr>
          <a:r>
            <a:rPr lang="en-IE" sz="1500" kern="1200"/>
            <a:t>Read</a:t>
          </a:r>
        </a:p>
      </dsp:txBody>
      <dsp:txXfrm rot="-5400000">
        <a:off x="0" y="2306678"/>
        <a:ext cx="756938" cy="324402"/>
      </dsp:txXfrm>
    </dsp:sp>
    <dsp:sp modelId="{D8046D65-3AE4-4F0E-AB0B-620F85D6A34A}">
      <dsp:nvSpPr>
        <dsp:cNvPr id="0" name=""/>
        <dsp:cNvSpPr/>
      </dsp:nvSpPr>
      <dsp:spPr>
        <a:xfrm rot="5400000">
          <a:off x="4383517" y="-1698369"/>
          <a:ext cx="702871" cy="7956029"/>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IE" sz="2300" kern="1200" dirty="0"/>
            <a:t>If you think it is relevant to your work</a:t>
          </a:r>
        </a:p>
      </dsp:txBody>
      <dsp:txXfrm rot="-5400000">
        <a:off x="756939" y="1962520"/>
        <a:ext cx="7921718" cy="634249"/>
      </dsp:txXfrm>
    </dsp:sp>
    <dsp:sp modelId="{BAC1948C-2FDA-4E55-B675-3834CED87A70}">
      <dsp:nvSpPr>
        <dsp:cNvPr id="0" name=""/>
        <dsp:cNvSpPr/>
      </dsp:nvSpPr>
      <dsp:spPr>
        <a:xfrm rot="5400000">
          <a:off x="-162201" y="3054440"/>
          <a:ext cx="1081340" cy="756938"/>
        </a:xfrm>
        <a:prstGeom prst="chevron">
          <a:avLst/>
        </a:prstGeom>
        <a:solidFill>
          <a:schemeClr val="accent1">
            <a:hueOff val="0"/>
            <a:satOff val="0"/>
            <a:lumOff val="0"/>
            <a:alphaOff val="0"/>
          </a:schemeClr>
        </a:solidFill>
        <a:ln>
          <a:noFill/>
        </a:ln>
        <a:effectLst>
          <a:outerShdw blurRad="50800" dist="43000" dir="5400000" rotWithShape="0">
            <a:srgbClr val="000000">
              <a:alpha val="4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rtl="0">
            <a:lnSpc>
              <a:spcPct val="90000"/>
            </a:lnSpc>
            <a:spcBef>
              <a:spcPct val="0"/>
            </a:spcBef>
            <a:spcAft>
              <a:spcPct val="35000"/>
            </a:spcAft>
          </a:pPr>
          <a:r>
            <a:rPr lang="en-IE" sz="1500" kern="1200"/>
            <a:t>Recall</a:t>
          </a:r>
        </a:p>
      </dsp:txBody>
      <dsp:txXfrm rot="-5400000">
        <a:off x="0" y="3270708"/>
        <a:ext cx="756938" cy="324402"/>
      </dsp:txXfrm>
    </dsp:sp>
    <dsp:sp modelId="{CC76D54F-6D7A-4543-8E97-03B39EFE7999}">
      <dsp:nvSpPr>
        <dsp:cNvPr id="0" name=""/>
        <dsp:cNvSpPr/>
      </dsp:nvSpPr>
      <dsp:spPr>
        <a:xfrm rot="5400000">
          <a:off x="4383517" y="-734339"/>
          <a:ext cx="702871" cy="7956029"/>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IE" sz="2300" kern="1200"/>
            <a:t>Try to recall the main points after reading (and record)</a:t>
          </a:r>
        </a:p>
      </dsp:txBody>
      <dsp:txXfrm rot="-5400000">
        <a:off x="756939" y="2926550"/>
        <a:ext cx="7921718" cy="634249"/>
      </dsp:txXfrm>
    </dsp:sp>
    <dsp:sp modelId="{CDBB6164-E1E6-4400-A1FB-EDC1E4B1BA17}">
      <dsp:nvSpPr>
        <dsp:cNvPr id="0" name=""/>
        <dsp:cNvSpPr/>
      </dsp:nvSpPr>
      <dsp:spPr>
        <a:xfrm rot="5400000">
          <a:off x="-162201" y="4018470"/>
          <a:ext cx="1081340" cy="756938"/>
        </a:xfrm>
        <a:prstGeom prst="chevron">
          <a:avLst/>
        </a:prstGeom>
        <a:solidFill>
          <a:schemeClr val="accent1">
            <a:hueOff val="0"/>
            <a:satOff val="0"/>
            <a:lumOff val="0"/>
            <a:alphaOff val="0"/>
          </a:schemeClr>
        </a:solidFill>
        <a:ln>
          <a:noFill/>
        </a:ln>
        <a:effectLst>
          <a:outerShdw blurRad="50800" dist="43000" dir="5400000" rotWithShape="0">
            <a:srgbClr val="000000">
              <a:alpha val="4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rtl="0">
            <a:lnSpc>
              <a:spcPct val="90000"/>
            </a:lnSpc>
            <a:spcBef>
              <a:spcPct val="0"/>
            </a:spcBef>
            <a:spcAft>
              <a:spcPct val="35000"/>
            </a:spcAft>
          </a:pPr>
          <a:r>
            <a:rPr lang="en-IE" sz="1500" kern="1200"/>
            <a:t>Review</a:t>
          </a:r>
        </a:p>
      </dsp:txBody>
      <dsp:txXfrm rot="-5400000">
        <a:off x="0" y="4234738"/>
        <a:ext cx="756938" cy="324402"/>
      </dsp:txXfrm>
    </dsp:sp>
    <dsp:sp modelId="{2E5CA0B7-EE58-461A-8849-967C7D2ACB7D}">
      <dsp:nvSpPr>
        <dsp:cNvPr id="0" name=""/>
        <dsp:cNvSpPr/>
      </dsp:nvSpPr>
      <dsp:spPr>
        <a:xfrm rot="5400000">
          <a:off x="4383517" y="229690"/>
          <a:ext cx="702871" cy="7956029"/>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IE" sz="2300" kern="1200"/>
            <a:t>To confirm you have understood and collected the main points</a:t>
          </a:r>
        </a:p>
      </dsp:txBody>
      <dsp:txXfrm rot="-5400000">
        <a:off x="756939" y="3890580"/>
        <a:ext cx="7921718" cy="6342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03FDE-A98A-4D71-A82D-924B3245182D}">
      <dsp:nvSpPr>
        <dsp:cNvPr id="0" name=""/>
        <dsp:cNvSpPr/>
      </dsp:nvSpPr>
      <dsp:spPr>
        <a:xfrm rot="5400000">
          <a:off x="226775" y="2285500"/>
          <a:ext cx="675029" cy="1123234"/>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E3A351-2823-4BA8-8710-97B0C8A48DDD}">
      <dsp:nvSpPr>
        <dsp:cNvPr id="0" name=""/>
        <dsp:cNvSpPr/>
      </dsp:nvSpPr>
      <dsp:spPr>
        <a:xfrm>
          <a:off x="114096" y="2621105"/>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Title</a:t>
          </a:r>
        </a:p>
        <a:p>
          <a:pPr lvl="0" algn="l" defTabSz="444500" rtl="0">
            <a:lnSpc>
              <a:spcPct val="90000"/>
            </a:lnSpc>
            <a:spcBef>
              <a:spcPct val="0"/>
            </a:spcBef>
            <a:spcAft>
              <a:spcPct val="35000"/>
            </a:spcAft>
          </a:pPr>
          <a:r>
            <a:rPr lang="en-IE" sz="900" i="1" kern="1200" dirty="0"/>
            <a:t>(If relevant look at TOC, Keywords</a:t>
          </a:r>
          <a:r>
            <a:rPr lang="en-IE" sz="1000" i="1" kern="1200" dirty="0"/>
            <a:t>)</a:t>
          </a:r>
        </a:p>
      </dsp:txBody>
      <dsp:txXfrm>
        <a:off x="114096" y="2621105"/>
        <a:ext cx="1014062" cy="888885"/>
      </dsp:txXfrm>
    </dsp:sp>
    <dsp:sp modelId="{3E465A9D-C774-4080-B7C5-12FB003E3602}">
      <dsp:nvSpPr>
        <dsp:cNvPr id="0" name=""/>
        <dsp:cNvSpPr/>
      </dsp:nvSpPr>
      <dsp:spPr>
        <a:xfrm>
          <a:off x="936826" y="2202806"/>
          <a:ext cx="191332" cy="191332"/>
        </a:xfrm>
        <a:prstGeom prst="triangle">
          <a:avLst>
            <a:gd name="adj" fmla="val 100000"/>
          </a:avLst>
        </a:prstGeom>
        <a:solidFill>
          <a:schemeClr val="accent2">
            <a:hueOff val="-711958"/>
            <a:satOff val="2080"/>
            <a:lumOff val="-392"/>
            <a:alphaOff val="0"/>
          </a:schemeClr>
        </a:solidFill>
        <a:ln w="19050" cap="flat" cmpd="sng" algn="ctr">
          <a:solidFill>
            <a:schemeClr val="accent2">
              <a:hueOff val="-711958"/>
              <a:satOff val="2080"/>
              <a:lumOff val="-39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928ED3-6EC9-422E-B6F3-B44BDA194CC6}">
      <dsp:nvSpPr>
        <dsp:cNvPr id="0" name=""/>
        <dsp:cNvSpPr/>
      </dsp:nvSpPr>
      <dsp:spPr>
        <a:xfrm rot="5400000">
          <a:off x="1468186" y="1978312"/>
          <a:ext cx="675029" cy="1123234"/>
        </a:xfrm>
        <a:prstGeom prst="corner">
          <a:avLst>
            <a:gd name="adj1" fmla="val 16120"/>
            <a:gd name="adj2" fmla="val 16110"/>
          </a:avLst>
        </a:prstGeom>
        <a:solidFill>
          <a:schemeClr val="accent2">
            <a:hueOff val="-1423915"/>
            <a:satOff val="4160"/>
            <a:lumOff val="-784"/>
            <a:alphaOff val="0"/>
          </a:schemeClr>
        </a:solidFill>
        <a:ln w="19050" cap="flat" cmpd="sng" algn="ctr">
          <a:solidFill>
            <a:schemeClr val="accent2">
              <a:hueOff val="-1423915"/>
              <a:satOff val="4160"/>
              <a:lumOff val="-78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CFE1C6-5515-432E-B3F1-AFD7AD7AF39A}">
      <dsp:nvSpPr>
        <dsp:cNvPr id="0" name=""/>
        <dsp:cNvSpPr/>
      </dsp:nvSpPr>
      <dsp:spPr>
        <a:xfrm>
          <a:off x="1355506" y="2313917"/>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Abstract</a:t>
          </a:r>
        </a:p>
      </dsp:txBody>
      <dsp:txXfrm>
        <a:off x="1355506" y="2313917"/>
        <a:ext cx="1014062" cy="888885"/>
      </dsp:txXfrm>
    </dsp:sp>
    <dsp:sp modelId="{20495964-777A-4C9D-AEEC-4FE1C3069CF8}">
      <dsp:nvSpPr>
        <dsp:cNvPr id="0" name=""/>
        <dsp:cNvSpPr/>
      </dsp:nvSpPr>
      <dsp:spPr>
        <a:xfrm>
          <a:off x="2178236" y="1895618"/>
          <a:ext cx="191332" cy="191332"/>
        </a:xfrm>
        <a:prstGeom prst="triangle">
          <a:avLst>
            <a:gd name="adj" fmla="val 100000"/>
          </a:avLst>
        </a:prstGeom>
        <a:solidFill>
          <a:schemeClr val="accent2">
            <a:hueOff val="-2135873"/>
            <a:satOff val="6241"/>
            <a:lumOff val="-1176"/>
            <a:alphaOff val="0"/>
          </a:schemeClr>
        </a:solidFill>
        <a:ln w="19050" cap="flat" cmpd="sng" algn="ctr">
          <a:solidFill>
            <a:schemeClr val="accent2">
              <a:hueOff val="-2135873"/>
              <a:satOff val="6241"/>
              <a:lumOff val="-11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756B98-40A2-4FE4-A0DB-F12D91BC0708}">
      <dsp:nvSpPr>
        <dsp:cNvPr id="0" name=""/>
        <dsp:cNvSpPr/>
      </dsp:nvSpPr>
      <dsp:spPr>
        <a:xfrm rot="5400000">
          <a:off x="2709596" y="1671123"/>
          <a:ext cx="675029" cy="1123234"/>
        </a:xfrm>
        <a:prstGeom prst="corner">
          <a:avLst>
            <a:gd name="adj1" fmla="val 16120"/>
            <a:gd name="adj2" fmla="val 16110"/>
          </a:avLst>
        </a:prstGeom>
        <a:solidFill>
          <a:schemeClr val="accent2">
            <a:hueOff val="-2847830"/>
            <a:satOff val="8321"/>
            <a:lumOff val="-1569"/>
            <a:alphaOff val="0"/>
          </a:schemeClr>
        </a:solidFill>
        <a:ln w="19050" cap="flat" cmpd="sng" algn="ctr">
          <a:solidFill>
            <a:schemeClr val="accent2">
              <a:hueOff val="-2847830"/>
              <a:satOff val="8321"/>
              <a:lumOff val="-156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312F50-9CC9-4055-9F08-D8A20038A175}">
      <dsp:nvSpPr>
        <dsp:cNvPr id="0" name=""/>
        <dsp:cNvSpPr/>
      </dsp:nvSpPr>
      <dsp:spPr>
        <a:xfrm>
          <a:off x="2596917" y="2006729"/>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Section headings</a:t>
          </a:r>
        </a:p>
      </dsp:txBody>
      <dsp:txXfrm>
        <a:off x="2596917" y="2006729"/>
        <a:ext cx="1014062" cy="888885"/>
      </dsp:txXfrm>
    </dsp:sp>
    <dsp:sp modelId="{E937CE76-21C7-4A6D-9E8F-56A78291B9F2}">
      <dsp:nvSpPr>
        <dsp:cNvPr id="0" name=""/>
        <dsp:cNvSpPr/>
      </dsp:nvSpPr>
      <dsp:spPr>
        <a:xfrm>
          <a:off x="3419647" y="1588430"/>
          <a:ext cx="191332" cy="191332"/>
        </a:xfrm>
        <a:prstGeom prst="triangle">
          <a:avLst>
            <a:gd name="adj" fmla="val 100000"/>
          </a:avLst>
        </a:prstGeom>
        <a:solidFill>
          <a:schemeClr val="accent2">
            <a:hueOff val="-3559788"/>
            <a:satOff val="10401"/>
            <a:lumOff val="-1961"/>
            <a:alphaOff val="0"/>
          </a:schemeClr>
        </a:solidFill>
        <a:ln w="19050" cap="flat" cmpd="sng" algn="ctr">
          <a:solidFill>
            <a:schemeClr val="accent2">
              <a:hueOff val="-3559788"/>
              <a:satOff val="10401"/>
              <a:lumOff val="-196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7BDF5C-E13E-462B-81A0-2362902B8091}">
      <dsp:nvSpPr>
        <dsp:cNvPr id="0" name=""/>
        <dsp:cNvSpPr/>
      </dsp:nvSpPr>
      <dsp:spPr>
        <a:xfrm rot="5400000">
          <a:off x="3951007" y="1363935"/>
          <a:ext cx="675029" cy="1123234"/>
        </a:xfrm>
        <a:prstGeom prst="corner">
          <a:avLst>
            <a:gd name="adj1" fmla="val 16120"/>
            <a:gd name="adj2" fmla="val 16110"/>
          </a:avLst>
        </a:prstGeom>
        <a:solidFill>
          <a:schemeClr val="accent2">
            <a:hueOff val="-4271745"/>
            <a:satOff val="12481"/>
            <a:lumOff val="-2353"/>
            <a:alphaOff val="0"/>
          </a:schemeClr>
        </a:solidFill>
        <a:ln w="19050" cap="flat" cmpd="sng" algn="ctr">
          <a:solidFill>
            <a:schemeClr val="accent2">
              <a:hueOff val="-4271745"/>
              <a:satOff val="12481"/>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79E294-E8DF-4C24-972D-E34BB229994B}">
      <dsp:nvSpPr>
        <dsp:cNvPr id="0" name=""/>
        <dsp:cNvSpPr/>
      </dsp:nvSpPr>
      <dsp:spPr>
        <a:xfrm>
          <a:off x="3838328" y="1699540"/>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Introduction</a:t>
          </a:r>
        </a:p>
      </dsp:txBody>
      <dsp:txXfrm>
        <a:off x="3838328" y="1699540"/>
        <a:ext cx="1014062" cy="888885"/>
      </dsp:txXfrm>
    </dsp:sp>
    <dsp:sp modelId="{1771FC18-F835-4256-AAF1-588554F342A2}">
      <dsp:nvSpPr>
        <dsp:cNvPr id="0" name=""/>
        <dsp:cNvSpPr/>
      </dsp:nvSpPr>
      <dsp:spPr>
        <a:xfrm>
          <a:off x="4661058" y="1281241"/>
          <a:ext cx="191332" cy="191332"/>
        </a:xfrm>
        <a:prstGeom prst="triangle">
          <a:avLst>
            <a:gd name="adj" fmla="val 100000"/>
          </a:avLst>
        </a:prstGeom>
        <a:solidFill>
          <a:schemeClr val="accent2">
            <a:hueOff val="-4983703"/>
            <a:satOff val="14561"/>
            <a:lumOff val="-2745"/>
            <a:alphaOff val="0"/>
          </a:schemeClr>
        </a:solidFill>
        <a:ln w="19050" cap="flat" cmpd="sng" algn="ctr">
          <a:solidFill>
            <a:schemeClr val="accent2">
              <a:hueOff val="-4983703"/>
              <a:satOff val="14561"/>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EC3281-788B-442D-A00E-618F922BADB8}">
      <dsp:nvSpPr>
        <dsp:cNvPr id="0" name=""/>
        <dsp:cNvSpPr/>
      </dsp:nvSpPr>
      <dsp:spPr>
        <a:xfrm rot="5400000">
          <a:off x="5192418" y="1056747"/>
          <a:ext cx="675029" cy="1123234"/>
        </a:xfrm>
        <a:prstGeom prst="corner">
          <a:avLst>
            <a:gd name="adj1" fmla="val 16120"/>
            <a:gd name="adj2" fmla="val 16110"/>
          </a:avLst>
        </a:prstGeom>
        <a:solidFill>
          <a:schemeClr val="accent2">
            <a:hueOff val="-5695660"/>
            <a:satOff val="16641"/>
            <a:lumOff val="-3137"/>
            <a:alphaOff val="0"/>
          </a:schemeClr>
        </a:solidFill>
        <a:ln w="19050" cap="flat" cmpd="sng" algn="ctr">
          <a:solidFill>
            <a:schemeClr val="accent2">
              <a:hueOff val="-5695660"/>
              <a:satOff val="16641"/>
              <a:lumOff val="-313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85467D-1949-44E1-AFAB-D0E0F13AE089}">
      <dsp:nvSpPr>
        <dsp:cNvPr id="0" name=""/>
        <dsp:cNvSpPr/>
      </dsp:nvSpPr>
      <dsp:spPr>
        <a:xfrm>
          <a:off x="5079738" y="1392352"/>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Conclusion</a:t>
          </a:r>
        </a:p>
      </dsp:txBody>
      <dsp:txXfrm>
        <a:off x="5079738" y="1392352"/>
        <a:ext cx="1014062" cy="888885"/>
      </dsp:txXfrm>
    </dsp:sp>
    <dsp:sp modelId="{D529DDA3-5057-47C4-A128-3B36C87C9447}">
      <dsp:nvSpPr>
        <dsp:cNvPr id="0" name=""/>
        <dsp:cNvSpPr/>
      </dsp:nvSpPr>
      <dsp:spPr>
        <a:xfrm>
          <a:off x="5902468" y="974053"/>
          <a:ext cx="191332" cy="191332"/>
        </a:xfrm>
        <a:prstGeom prst="triangle">
          <a:avLst>
            <a:gd name="adj" fmla="val 100000"/>
          </a:avLst>
        </a:prstGeom>
        <a:solidFill>
          <a:schemeClr val="accent2">
            <a:hueOff val="-6407618"/>
            <a:satOff val="18722"/>
            <a:lumOff val="-3529"/>
            <a:alphaOff val="0"/>
          </a:schemeClr>
        </a:solidFill>
        <a:ln w="19050" cap="flat" cmpd="sng" algn="ctr">
          <a:solidFill>
            <a:schemeClr val="accent2">
              <a:hueOff val="-6407618"/>
              <a:satOff val="18722"/>
              <a:lumOff val="-352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1875A0-A825-4B6D-A000-24CA823D34D9}">
      <dsp:nvSpPr>
        <dsp:cNvPr id="0" name=""/>
        <dsp:cNvSpPr/>
      </dsp:nvSpPr>
      <dsp:spPr>
        <a:xfrm rot="5400000">
          <a:off x="6433828" y="749558"/>
          <a:ext cx="675029" cy="1123234"/>
        </a:xfrm>
        <a:prstGeom prst="corner">
          <a:avLst>
            <a:gd name="adj1" fmla="val 16120"/>
            <a:gd name="adj2" fmla="val 16110"/>
          </a:avLst>
        </a:prstGeom>
        <a:solidFill>
          <a:schemeClr val="accent2">
            <a:hueOff val="-7119576"/>
            <a:satOff val="20802"/>
            <a:lumOff val="-3922"/>
            <a:alphaOff val="0"/>
          </a:schemeClr>
        </a:solidFill>
        <a:ln w="19050" cap="flat" cmpd="sng" algn="ctr">
          <a:solidFill>
            <a:schemeClr val="accent2">
              <a:hueOff val="-7119576"/>
              <a:satOff val="20802"/>
              <a:lumOff val="-392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14C001-5CE1-4E69-9AB0-2618B1647418}">
      <dsp:nvSpPr>
        <dsp:cNvPr id="0" name=""/>
        <dsp:cNvSpPr/>
      </dsp:nvSpPr>
      <dsp:spPr>
        <a:xfrm>
          <a:off x="6321149" y="1085164"/>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Bibliography</a:t>
          </a:r>
        </a:p>
      </dsp:txBody>
      <dsp:txXfrm>
        <a:off x="6321149" y="1085164"/>
        <a:ext cx="1014062" cy="888885"/>
      </dsp:txXfrm>
    </dsp:sp>
    <dsp:sp modelId="{5F9846BE-DE55-49B9-9F57-1DF9F221F87F}">
      <dsp:nvSpPr>
        <dsp:cNvPr id="0" name=""/>
        <dsp:cNvSpPr/>
      </dsp:nvSpPr>
      <dsp:spPr>
        <a:xfrm>
          <a:off x="7143879" y="666865"/>
          <a:ext cx="191332" cy="191332"/>
        </a:xfrm>
        <a:prstGeom prst="triangle">
          <a:avLst>
            <a:gd name="adj" fmla="val 100000"/>
          </a:avLst>
        </a:prstGeom>
        <a:solidFill>
          <a:schemeClr val="accent2">
            <a:hueOff val="-7831534"/>
            <a:satOff val="22882"/>
            <a:lumOff val="-4314"/>
            <a:alphaOff val="0"/>
          </a:schemeClr>
        </a:solidFill>
        <a:ln w="19050" cap="flat" cmpd="sng" algn="ctr">
          <a:solidFill>
            <a:schemeClr val="accent2">
              <a:hueOff val="-7831534"/>
              <a:satOff val="22882"/>
              <a:lumOff val="-431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C9E6B0-6F64-4D00-A3BD-2780131BD3E8}">
      <dsp:nvSpPr>
        <dsp:cNvPr id="0" name=""/>
        <dsp:cNvSpPr/>
      </dsp:nvSpPr>
      <dsp:spPr>
        <a:xfrm rot="5400000">
          <a:off x="7675239" y="442370"/>
          <a:ext cx="675029" cy="1123234"/>
        </a:xfrm>
        <a:prstGeom prst="corner">
          <a:avLst>
            <a:gd name="adj1" fmla="val 16120"/>
            <a:gd name="adj2" fmla="val 16110"/>
          </a:avLst>
        </a:prstGeom>
        <a:solidFill>
          <a:schemeClr val="accent2">
            <a:hueOff val="-8543491"/>
            <a:satOff val="24962"/>
            <a:lumOff val="-4706"/>
            <a:alphaOff val="0"/>
          </a:schemeClr>
        </a:solidFill>
        <a:ln w="19050" cap="flat" cmpd="sng" algn="ctr">
          <a:solidFill>
            <a:schemeClr val="accent2">
              <a:hueOff val="-8543491"/>
              <a:satOff val="24962"/>
              <a:lumOff val="-470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C02346-7A79-4D7F-9C5F-112F86B2C9BF}">
      <dsp:nvSpPr>
        <dsp:cNvPr id="0" name=""/>
        <dsp:cNvSpPr/>
      </dsp:nvSpPr>
      <dsp:spPr>
        <a:xfrm>
          <a:off x="7562560" y="777975"/>
          <a:ext cx="1014062" cy="888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en-IE" sz="1000" kern="1200" dirty="0"/>
            <a:t>Make decision to read/discard</a:t>
          </a:r>
        </a:p>
      </dsp:txBody>
      <dsp:txXfrm>
        <a:off x="7562560" y="777975"/>
        <a:ext cx="1014062" cy="8888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BCA12B-B42A-4A3F-A963-820FB3EE955A}">
      <dsp:nvSpPr>
        <dsp:cNvPr id="0" name=""/>
        <dsp:cNvSpPr/>
      </dsp:nvSpPr>
      <dsp:spPr>
        <a:xfrm rot="10800000">
          <a:off x="3268434" y="3162591"/>
          <a:ext cx="403973" cy="0"/>
        </a:xfrm>
        <a:custGeom>
          <a:avLst/>
          <a:gdLst/>
          <a:ahLst/>
          <a:cxnLst/>
          <a:rect l="0" t="0" r="0" b="0"/>
          <a:pathLst>
            <a:path>
              <a:moveTo>
                <a:pt x="0" y="0"/>
              </a:moveTo>
              <a:lnTo>
                <a:pt x="403973" y="0"/>
              </a:lnTo>
            </a:path>
          </a:pathLst>
        </a:custGeom>
        <a:noFill/>
        <a:ln w="1905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143F38E-5FFD-47A8-896D-C3F82EEC5267}">
      <dsp:nvSpPr>
        <dsp:cNvPr id="0" name=""/>
        <dsp:cNvSpPr/>
      </dsp:nvSpPr>
      <dsp:spPr>
        <a:xfrm rot="5400000">
          <a:off x="3764578" y="4222549"/>
          <a:ext cx="967787" cy="0"/>
        </a:xfrm>
        <a:custGeom>
          <a:avLst/>
          <a:gdLst/>
          <a:ahLst/>
          <a:cxnLst/>
          <a:rect l="0" t="0" r="0" b="0"/>
          <a:pathLst>
            <a:path>
              <a:moveTo>
                <a:pt x="0" y="0"/>
              </a:moveTo>
              <a:lnTo>
                <a:pt x="967787" y="0"/>
              </a:lnTo>
            </a:path>
          </a:pathLst>
        </a:custGeom>
        <a:noFill/>
        <a:ln w="1905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2B7C02D-937A-41B1-ABCA-205D8F8727E1}">
      <dsp:nvSpPr>
        <dsp:cNvPr id="0" name=""/>
        <dsp:cNvSpPr/>
      </dsp:nvSpPr>
      <dsp:spPr>
        <a:xfrm>
          <a:off x="4824536" y="3162591"/>
          <a:ext cx="441170" cy="0"/>
        </a:xfrm>
        <a:custGeom>
          <a:avLst/>
          <a:gdLst/>
          <a:ahLst/>
          <a:cxnLst/>
          <a:rect l="0" t="0" r="0" b="0"/>
          <a:pathLst>
            <a:path>
              <a:moveTo>
                <a:pt x="0" y="0"/>
              </a:moveTo>
              <a:lnTo>
                <a:pt x="441170" y="0"/>
              </a:lnTo>
            </a:path>
          </a:pathLst>
        </a:custGeom>
        <a:noFill/>
        <a:ln w="1905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3355AA2-7CA6-4AC6-86E0-6831DD220C2D}">
      <dsp:nvSpPr>
        <dsp:cNvPr id="0" name=""/>
        <dsp:cNvSpPr/>
      </dsp:nvSpPr>
      <dsp:spPr>
        <a:xfrm rot="16200000">
          <a:off x="4046485" y="2384540"/>
          <a:ext cx="403973" cy="0"/>
        </a:xfrm>
        <a:custGeom>
          <a:avLst/>
          <a:gdLst/>
          <a:ahLst/>
          <a:cxnLst/>
          <a:rect l="0" t="0" r="0" b="0"/>
          <a:pathLst>
            <a:path>
              <a:moveTo>
                <a:pt x="0" y="0"/>
              </a:moveTo>
              <a:lnTo>
                <a:pt x="403973" y="0"/>
              </a:lnTo>
            </a:path>
          </a:pathLst>
        </a:custGeom>
        <a:noFill/>
        <a:ln w="1905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D4EA5A8-7A05-4CA8-9BA3-119E6A6F9F81}">
      <dsp:nvSpPr>
        <dsp:cNvPr id="0" name=""/>
        <dsp:cNvSpPr/>
      </dsp:nvSpPr>
      <dsp:spPr>
        <a:xfrm>
          <a:off x="3672408" y="2586527"/>
          <a:ext cx="1152128" cy="1152128"/>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IE" sz="1800" kern="1200" dirty="0"/>
            <a:t>Your Literature Review</a:t>
          </a:r>
        </a:p>
      </dsp:txBody>
      <dsp:txXfrm>
        <a:off x="3728650" y="2642769"/>
        <a:ext cx="1039644" cy="1039644"/>
      </dsp:txXfrm>
    </dsp:sp>
    <dsp:sp modelId="{6A3F0B4F-DF81-468A-823C-FFB5D8AA8636}">
      <dsp:nvSpPr>
        <dsp:cNvPr id="0" name=""/>
        <dsp:cNvSpPr/>
      </dsp:nvSpPr>
      <dsp:spPr>
        <a:xfrm>
          <a:off x="3862509" y="1410628"/>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are the best sources of information?</a:t>
          </a:r>
        </a:p>
      </dsp:txBody>
      <dsp:txXfrm>
        <a:off x="3900191" y="1448310"/>
        <a:ext cx="696561" cy="696561"/>
      </dsp:txXfrm>
    </dsp:sp>
    <dsp:sp modelId="{AED90814-BAE8-462B-84EA-55139B504078}">
      <dsp:nvSpPr>
        <dsp:cNvPr id="0" name=""/>
        <dsp:cNvSpPr/>
      </dsp:nvSpPr>
      <dsp:spPr>
        <a:xfrm rot="12150000">
          <a:off x="3581524" y="1580828"/>
          <a:ext cx="292101" cy="0"/>
        </a:xfrm>
        <a:custGeom>
          <a:avLst/>
          <a:gdLst/>
          <a:ahLst/>
          <a:cxnLst/>
          <a:rect l="0" t="0" r="0" b="0"/>
          <a:pathLst>
            <a:path>
              <a:moveTo>
                <a:pt x="0" y="0"/>
              </a:moveTo>
              <a:lnTo>
                <a:pt x="292101"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1A540B3-E7D3-4142-94F1-EF869DB9C703}">
      <dsp:nvSpPr>
        <dsp:cNvPr id="0" name=""/>
        <dsp:cNvSpPr/>
      </dsp:nvSpPr>
      <dsp:spPr>
        <a:xfrm>
          <a:off x="2820716" y="979103"/>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Journals</a:t>
          </a:r>
        </a:p>
      </dsp:txBody>
      <dsp:txXfrm>
        <a:off x="2858398" y="1016785"/>
        <a:ext cx="696561" cy="696561"/>
      </dsp:txXfrm>
    </dsp:sp>
    <dsp:sp modelId="{5EEACB00-5F88-4AB9-8E8A-C938440D4B1B}">
      <dsp:nvSpPr>
        <dsp:cNvPr id="0" name=""/>
        <dsp:cNvSpPr/>
      </dsp:nvSpPr>
      <dsp:spPr>
        <a:xfrm rot="16200000">
          <a:off x="4070620" y="1232776"/>
          <a:ext cx="355702" cy="0"/>
        </a:xfrm>
        <a:custGeom>
          <a:avLst/>
          <a:gdLst/>
          <a:ahLst/>
          <a:cxnLst/>
          <a:rect l="0" t="0" r="0" b="0"/>
          <a:pathLst>
            <a:path>
              <a:moveTo>
                <a:pt x="0" y="0"/>
              </a:moveTo>
              <a:lnTo>
                <a:pt x="355702"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CF8027B-BFDF-4609-A5EB-4C46B3D69B3B}">
      <dsp:nvSpPr>
        <dsp:cNvPr id="0" name=""/>
        <dsp:cNvSpPr/>
      </dsp:nvSpPr>
      <dsp:spPr>
        <a:xfrm>
          <a:off x="3862509" y="282999"/>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Conferences</a:t>
          </a:r>
        </a:p>
      </dsp:txBody>
      <dsp:txXfrm>
        <a:off x="3900191" y="320681"/>
        <a:ext cx="696561" cy="696561"/>
      </dsp:txXfrm>
    </dsp:sp>
    <dsp:sp modelId="{346D48BF-109C-4087-85F9-06224B8EE5BA}">
      <dsp:nvSpPr>
        <dsp:cNvPr id="0" name=""/>
        <dsp:cNvSpPr/>
      </dsp:nvSpPr>
      <dsp:spPr>
        <a:xfrm rot="20250000">
          <a:off x="4623317" y="1580828"/>
          <a:ext cx="292101" cy="0"/>
        </a:xfrm>
        <a:custGeom>
          <a:avLst/>
          <a:gdLst/>
          <a:ahLst/>
          <a:cxnLst/>
          <a:rect l="0" t="0" r="0" b="0"/>
          <a:pathLst>
            <a:path>
              <a:moveTo>
                <a:pt x="0" y="0"/>
              </a:moveTo>
              <a:lnTo>
                <a:pt x="292101"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A161E7F-2A57-4034-ABBF-A3DC28E59864}">
      <dsp:nvSpPr>
        <dsp:cNvPr id="0" name=""/>
        <dsp:cNvSpPr/>
      </dsp:nvSpPr>
      <dsp:spPr>
        <a:xfrm>
          <a:off x="4904301" y="979103"/>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Databases</a:t>
          </a:r>
        </a:p>
      </dsp:txBody>
      <dsp:txXfrm>
        <a:off x="4941983" y="1016785"/>
        <a:ext cx="696561" cy="696561"/>
      </dsp:txXfrm>
    </dsp:sp>
    <dsp:sp modelId="{B645091C-D97E-4925-AB57-3D7D9EE345D2}">
      <dsp:nvSpPr>
        <dsp:cNvPr id="0" name=""/>
        <dsp:cNvSpPr/>
      </dsp:nvSpPr>
      <dsp:spPr>
        <a:xfrm>
          <a:off x="5265706" y="2776628"/>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are the major issues and debates related to your topic?</a:t>
          </a:r>
        </a:p>
      </dsp:txBody>
      <dsp:txXfrm>
        <a:off x="5303388" y="2814310"/>
        <a:ext cx="696561" cy="696561"/>
      </dsp:txXfrm>
    </dsp:sp>
    <dsp:sp modelId="{479E6D55-93AC-43F8-B353-39D3D4D0E331}">
      <dsp:nvSpPr>
        <dsp:cNvPr id="0" name=""/>
        <dsp:cNvSpPr/>
      </dsp:nvSpPr>
      <dsp:spPr>
        <a:xfrm rot="18900000">
          <a:off x="5979371" y="2635974"/>
          <a:ext cx="397828" cy="0"/>
        </a:xfrm>
        <a:custGeom>
          <a:avLst/>
          <a:gdLst/>
          <a:ahLst/>
          <a:cxnLst/>
          <a:rect l="0" t="0" r="0" b="0"/>
          <a:pathLst>
            <a:path>
              <a:moveTo>
                <a:pt x="0" y="0"/>
              </a:moveTo>
              <a:lnTo>
                <a:pt x="397828"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50E74E4-7F8B-4D9E-BC9C-EA5440BBC383}">
      <dsp:nvSpPr>
        <dsp:cNvPr id="0" name=""/>
        <dsp:cNvSpPr/>
      </dsp:nvSpPr>
      <dsp:spPr>
        <a:xfrm>
          <a:off x="6318940" y="1723395"/>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are the trends?</a:t>
          </a:r>
        </a:p>
      </dsp:txBody>
      <dsp:txXfrm>
        <a:off x="6356622" y="1761077"/>
        <a:ext cx="696561" cy="696561"/>
      </dsp:txXfrm>
    </dsp:sp>
    <dsp:sp modelId="{7CB37BBE-916B-4FB6-A2B9-28A5230672AA}">
      <dsp:nvSpPr>
        <dsp:cNvPr id="0" name=""/>
        <dsp:cNvSpPr/>
      </dsp:nvSpPr>
      <dsp:spPr>
        <a:xfrm rot="2700000">
          <a:off x="5979371" y="3689207"/>
          <a:ext cx="397828" cy="0"/>
        </a:xfrm>
        <a:custGeom>
          <a:avLst/>
          <a:gdLst/>
          <a:ahLst/>
          <a:cxnLst/>
          <a:rect l="0" t="0" r="0" b="0"/>
          <a:pathLst>
            <a:path>
              <a:moveTo>
                <a:pt x="0" y="0"/>
              </a:moveTo>
              <a:lnTo>
                <a:pt x="397828"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4D33A43-C5B4-43F8-A1C9-14406B876DBF}">
      <dsp:nvSpPr>
        <dsp:cNvPr id="0" name=""/>
        <dsp:cNvSpPr/>
      </dsp:nvSpPr>
      <dsp:spPr>
        <a:xfrm>
          <a:off x="6318940" y="3829861"/>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are the gaps?</a:t>
          </a:r>
        </a:p>
      </dsp:txBody>
      <dsp:txXfrm>
        <a:off x="6356622" y="3867543"/>
        <a:ext cx="696561" cy="696561"/>
      </dsp:txXfrm>
    </dsp:sp>
    <dsp:sp modelId="{C039C665-DF92-4A72-9C45-41350F9660A0}">
      <dsp:nvSpPr>
        <dsp:cNvPr id="0" name=""/>
        <dsp:cNvSpPr/>
      </dsp:nvSpPr>
      <dsp:spPr>
        <a:xfrm>
          <a:off x="3862509" y="4706442"/>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Who are the big thinkers?</a:t>
          </a:r>
        </a:p>
      </dsp:txBody>
      <dsp:txXfrm>
        <a:off x="3900191" y="4744124"/>
        <a:ext cx="696561" cy="696561"/>
      </dsp:txXfrm>
    </dsp:sp>
    <dsp:sp modelId="{564396BF-752F-4601-B85E-882190854C95}">
      <dsp:nvSpPr>
        <dsp:cNvPr id="0" name=""/>
        <dsp:cNvSpPr/>
      </dsp:nvSpPr>
      <dsp:spPr>
        <a:xfrm>
          <a:off x="2496508" y="2776628"/>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type of projects are completed?</a:t>
          </a:r>
        </a:p>
      </dsp:txBody>
      <dsp:txXfrm>
        <a:off x="2534190" y="2814310"/>
        <a:ext cx="696561" cy="696561"/>
      </dsp:txXfrm>
    </dsp:sp>
    <dsp:sp modelId="{79836479-19CF-4B96-AF86-66EC90CC6401}">
      <dsp:nvSpPr>
        <dsp:cNvPr id="0" name=""/>
        <dsp:cNvSpPr/>
      </dsp:nvSpPr>
      <dsp:spPr>
        <a:xfrm rot="6750000">
          <a:off x="2520658" y="3683487"/>
          <a:ext cx="292101" cy="0"/>
        </a:xfrm>
        <a:custGeom>
          <a:avLst/>
          <a:gdLst/>
          <a:ahLst/>
          <a:cxnLst/>
          <a:rect l="0" t="0" r="0" b="0"/>
          <a:pathLst>
            <a:path>
              <a:moveTo>
                <a:pt x="0" y="0"/>
              </a:moveTo>
              <a:lnTo>
                <a:pt x="292101"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33DB67E-CFEE-41C9-8168-3532A29CE8E4}">
      <dsp:nvSpPr>
        <dsp:cNvPr id="0" name=""/>
        <dsp:cNvSpPr/>
      </dsp:nvSpPr>
      <dsp:spPr>
        <a:xfrm>
          <a:off x="2064984" y="3818421"/>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research methods are commonly used?</a:t>
          </a:r>
        </a:p>
      </dsp:txBody>
      <dsp:txXfrm>
        <a:off x="2102666" y="3856103"/>
        <a:ext cx="696561" cy="696561"/>
      </dsp:txXfrm>
    </dsp:sp>
    <dsp:sp modelId="{902F6A25-9BDA-4891-A4DD-3884A18DB50F}">
      <dsp:nvSpPr>
        <dsp:cNvPr id="0" name=""/>
        <dsp:cNvSpPr/>
      </dsp:nvSpPr>
      <dsp:spPr>
        <a:xfrm rot="10800000">
          <a:off x="2140806" y="3162591"/>
          <a:ext cx="355702" cy="0"/>
        </a:xfrm>
        <a:custGeom>
          <a:avLst/>
          <a:gdLst/>
          <a:ahLst/>
          <a:cxnLst/>
          <a:rect l="0" t="0" r="0" b="0"/>
          <a:pathLst>
            <a:path>
              <a:moveTo>
                <a:pt x="0" y="0"/>
              </a:moveTo>
              <a:lnTo>
                <a:pt x="355702"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8C78C30-2EA7-4001-84A7-2DE59ED9C469}">
      <dsp:nvSpPr>
        <dsp:cNvPr id="0" name=""/>
        <dsp:cNvSpPr/>
      </dsp:nvSpPr>
      <dsp:spPr>
        <a:xfrm>
          <a:off x="1368880" y="2776628"/>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type of techniques are being used?</a:t>
          </a:r>
        </a:p>
      </dsp:txBody>
      <dsp:txXfrm>
        <a:off x="1406562" y="2814310"/>
        <a:ext cx="696561" cy="696561"/>
      </dsp:txXfrm>
    </dsp:sp>
    <dsp:sp modelId="{7321B8A1-401B-41A8-BC92-DF1A671F3522}">
      <dsp:nvSpPr>
        <dsp:cNvPr id="0" name=""/>
        <dsp:cNvSpPr/>
      </dsp:nvSpPr>
      <dsp:spPr>
        <a:xfrm rot="14850000">
          <a:off x="2520658" y="2641694"/>
          <a:ext cx="292101" cy="0"/>
        </a:xfrm>
        <a:custGeom>
          <a:avLst/>
          <a:gdLst/>
          <a:ahLst/>
          <a:cxnLst/>
          <a:rect l="0" t="0" r="0" b="0"/>
          <a:pathLst>
            <a:path>
              <a:moveTo>
                <a:pt x="0" y="0"/>
              </a:moveTo>
              <a:lnTo>
                <a:pt x="292101" y="0"/>
              </a:lnTo>
            </a:path>
          </a:pathLst>
        </a:custGeom>
        <a:noFill/>
        <a:ln w="19050" cap="flat" cmpd="sng" algn="ctr">
          <a:solidFill>
            <a:schemeClr val="accent1">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1D1D795-6C28-4448-905A-194C0262A8CB}">
      <dsp:nvSpPr>
        <dsp:cNvPr id="0" name=""/>
        <dsp:cNvSpPr/>
      </dsp:nvSpPr>
      <dsp:spPr>
        <a:xfrm>
          <a:off x="2064984" y="1734835"/>
          <a:ext cx="771925" cy="771925"/>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400050">
            <a:lnSpc>
              <a:spcPct val="90000"/>
            </a:lnSpc>
            <a:spcBef>
              <a:spcPct val="0"/>
            </a:spcBef>
            <a:spcAft>
              <a:spcPct val="35000"/>
            </a:spcAft>
          </a:pPr>
          <a:r>
            <a:rPr lang="en-IE" sz="900" kern="1200" dirty="0"/>
            <a:t>What other disciplines are involved?</a:t>
          </a:r>
        </a:p>
      </dsp:txBody>
      <dsp:txXfrm>
        <a:off x="2102666" y="1772517"/>
        <a:ext cx="696561" cy="69656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GB"/>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GB"/>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1C25869A-7728-4793-9605-2C6E9E771B2D}" type="slidenum">
              <a:rPr lang="en-GB"/>
              <a:pPr>
                <a:defRPr/>
              </a:pPr>
              <a:t>‹#›</a:t>
            </a:fld>
            <a:endParaRPr lang="en-GB"/>
          </a:p>
        </p:txBody>
      </p:sp>
    </p:spTree>
    <p:extLst>
      <p:ext uri="{BB962C8B-B14F-4D97-AF65-F5344CB8AC3E}">
        <p14:creationId xmlns:p14="http://schemas.microsoft.com/office/powerpoint/2010/main" val="21494655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235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CF6C93F1-03F5-4E05-B847-3D3AE41227AB}" type="slidenum">
              <a:rPr lang="en-US"/>
              <a:pPr>
                <a:defRPr/>
              </a:pPr>
              <a:t>‹#›</a:t>
            </a:fld>
            <a:endParaRPr lang="en-US"/>
          </a:p>
        </p:txBody>
      </p:sp>
    </p:spTree>
    <p:extLst>
      <p:ext uri="{BB962C8B-B14F-4D97-AF65-F5344CB8AC3E}">
        <p14:creationId xmlns:p14="http://schemas.microsoft.com/office/powerpoint/2010/main" val="16909899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FA6E076D-3B87-4B1B-A440-54E0C7748E31}" type="slidenum">
              <a:rPr lang="en-US" smtClean="0"/>
              <a:pPr/>
              <a:t>1</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93131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FE8A69AA-8D56-4D86-9623-3FCDB4A766EE}" type="slidenum">
              <a:rPr lang="en-US" smtClean="0"/>
              <a:pPr/>
              <a:t>4</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71679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6AACD595-0C7F-4C31-8B02-AC6A78BBC788}" type="slidenum">
              <a:rPr lang="en-US" smtClean="0"/>
              <a:pPr/>
              <a:t>5</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73717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A1441725-EB61-4591-AABF-703D1B48F0DD}" type="slidenum">
              <a:rPr lang="en-US" smtClean="0"/>
              <a:pPr/>
              <a:t>6</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7870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12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A5B50EA7-FB7C-44AD-86F4-EE9B8F3D9CD3}" type="slidenum">
              <a:rPr lang="en-IE" altLang="en-US" smtClean="0">
                <a:latin typeface="Arial" pitchFamily="34" charset="0"/>
              </a:rPr>
              <a:pPr>
                <a:spcBef>
                  <a:spcPct val="0"/>
                </a:spcBef>
              </a:pPr>
              <a:t>19</a:t>
            </a:fld>
            <a:endParaRPr lang="en-IE" altLang="en-US">
              <a:latin typeface="Arial" pitchFamily="34" charset="0"/>
            </a:endParaRPr>
          </a:p>
        </p:txBody>
      </p:sp>
    </p:spTree>
    <p:extLst>
      <p:ext uri="{BB962C8B-B14F-4D97-AF65-F5344CB8AC3E}">
        <p14:creationId xmlns:p14="http://schemas.microsoft.com/office/powerpoint/2010/main" val="2266849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C21DD863-57D9-47DA-84F1-ED82BA9E0619}" type="slidenum">
              <a:rPr lang="en-US" smtClean="0"/>
              <a:pPr/>
              <a:t>20</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14329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1BEDD9C6-9270-4F50-929E-D58C12F7D2B3}" type="slidenum">
              <a:rPr lang="en-US" smtClean="0"/>
              <a:pPr/>
              <a:t>21</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34173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B289D03A-91A1-45A7-8FBB-A0A424986D19}" type="slidenum">
              <a:rPr lang="en-US" smtClean="0"/>
              <a:pPr/>
              <a:t>25</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60890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3EAE55DB-18E1-4470-9D12-3709AADFF871}" type="slidenum">
              <a:rPr lang="en-US" smtClean="0"/>
              <a:pPr/>
              <a:t>26</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30442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a:defRPr/>
            </a:pPr>
            <a:fld id="{1C229D30-2B55-423F-AD47-E8329B9B18BD}" type="datetime1">
              <a:rPr lang="en-GB" smtClean="0"/>
              <a:pPr>
                <a:defRPr/>
              </a:pPr>
              <a:t>27/11/2017</a:t>
            </a:fld>
            <a:endParaRPr lang="en-US"/>
          </a:p>
        </p:txBody>
      </p:sp>
      <p:sp>
        <p:nvSpPr>
          <p:cNvPr id="17" name="Footer Placeholder 16"/>
          <p:cNvSpPr>
            <a:spLocks noGrp="1"/>
          </p:cNvSpPr>
          <p:nvPr>
            <p:ph type="ftr" sz="quarter" idx="11"/>
          </p:nvPr>
        </p:nvSpPr>
        <p:spPr>
          <a:xfrm>
            <a:off x="2898648" y="6355080"/>
            <a:ext cx="3474720" cy="365760"/>
          </a:xfrm>
        </p:spPr>
        <p:txBody>
          <a:bodyPr/>
          <a:lstStyle/>
          <a:p>
            <a:pPr>
              <a:defRPr/>
            </a:pPr>
            <a:endParaRPr lang="en-US"/>
          </a:p>
        </p:txBody>
      </p:sp>
      <p:sp>
        <p:nvSpPr>
          <p:cNvPr id="29" name="Slide Number Placeholder 28"/>
          <p:cNvSpPr>
            <a:spLocks noGrp="1"/>
          </p:cNvSpPr>
          <p:nvPr>
            <p:ph type="sldNum" sz="quarter" idx="12"/>
          </p:nvPr>
        </p:nvSpPr>
        <p:spPr>
          <a:xfrm>
            <a:off x="1216152" y="6355080"/>
            <a:ext cx="1219200" cy="365760"/>
          </a:xfrm>
        </p:spPr>
        <p:txBody>
          <a:bodyPr/>
          <a:lstStyle/>
          <a:p>
            <a:pPr>
              <a:defRPr/>
            </a:pPr>
            <a:fld id="{48076E33-36BC-4206-B585-4AA258B7E186}" type="slidenum">
              <a:rPr lang="en-US" smtClean="0"/>
              <a:pPr>
                <a:defRPr/>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9DF2B78E-00E6-4D7E-AEA6-670F3AB1E72B}" type="datetime1">
              <a:rPr lang="en-GB" smtClean="0"/>
              <a:pPr>
                <a:defRPr/>
              </a:pPr>
              <a:t>27/11/2017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3CAA0A0-D4F8-471E-89B0-E1F60F16D820}" type="slidenum">
              <a:rPr lang="en-US" smtClean="0"/>
              <a:pPr>
                <a:defRPr/>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a:defRPr/>
            </a:pPr>
            <a:fld id="{978643A6-1587-4153-A0CF-C3828F1CAE17}" type="datetime1">
              <a:rPr lang="en-GB" smtClean="0"/>
              <a:pPr>
                <a:defRPr/>
              </a:pPr>
              <a:t>27/11/2017</a:t>
            </a:fld>
            <a:endParaRPr lang="en-US"/>
          </a:p>
        </p:txBody>
      </p:sp>
      <p:sp>
        <p:nvSpPr>
          <p:cNvPr id="5" name="Footer Placeholder 4"/>
          <p:cNvSpPr>
            <a:spLocks noGrp="1"/>
          </p:cNvSpPr>
          <p:nvPr>
            <p:ph type="ftr" sz="quarter" idx="11"/>
          </p:nvPr>
        </p:nvSpPr>
        <p:spPr>
          <a:xfrm>
            <a:off x="2898648" y="6355080"/>
            <a:ext cx="3474720" cy="365760"/>
          </a:xfrm>
        </p:spPr>
        <p:txBody>
          <a:bodyPr/>
          <a:lstStyle/>
          <a:p>
            <a:pPr>
              <a:defRPr/>
            </a:pPr>
            <a:endParaRPr lang="en-US"/>
          </a:p>
        </p:txBody>
      </p:sp>
      <p:sp>
        <p:nvSpPr>
          <p:cNvPr id="6" name="Slide Number Placeholder 5"/>
          <p:cNvSpPr>
            <a:spLocks noGrp="1"/>
          </p:cNvSpPr>
          <p:nvPr>
            <p:ph type="sldNum" sz="quarter" idx="12"/>
          </p:nvPr>
        </p:nvSpPr>
        <p:spPr>
          <a:xfrm>
            <a:off x="1069848" y="6355080"/>
            <a:ext cx="1520952" cy="365760"/>
          </a:xfrm>
        </p:spPr>
        <p:txBody>
          <a:bodyPr/>
          <a:lstStyle/>
          <a:p>
            <a:pPr>
              <a:defRPr/>
            </a:pPr>
            <a:fld id="{A5BB3667-CA58-4D16-8027-4C172F002837}" type="slidenum">
              <a:rPr lang="en-US" smtClean="0"/>
              <a:pPr>
                <a:defRPr/>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F88296A6-BB42-47BC-BAA5-080872BD777E}" type="datetime1">
              <a:rPr lang="en-GB" smtClean="0"/>
              <a:pPr>
                <a:defRPr/>
              </a:pPr>
              <a:t>27/11/2017</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44B640D-7CFA-4B14-8FFD-0714D5D600AD}" type="slidenum">
              <a:rPr lang="en-US" smtClean="0"/>
              <a:pPr>
                <a:defRPr/>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5EA25078-1419-44DB-AF21-0CC1FAFFA9BC}" type="datetime1">
              <a:rPr lang="en-GB" smtClean="0"/>
              <a:pPr>
                <a:defRPr/>
              </a:pPr>
              <a:t>27/11/2017</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CF92D1D-051D-4184-8005-30FDD958B9D0}" type="slidenum">
              <a:rPr lang="en-US" smtClean="0"/>
              <a:pPr>
                <a:defRPr/>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CB457DBA-A831-40EA-91C9-74216DE27FAB}" type="datetime1">
              <a:rPr lang="en-GB" smtClean="0"/>
              <a:pPr>
                <a:defRPr/>
              </a:pPr>
              <a:t>27/11/2017</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D67C1140-190D-4499-8B94-2DD64DD9CE4C}" type="slidenum">
              <a:rPr lang="en-US" smtClean="0"/>
              <a:pPr>
                <a:defRPr/>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1D37777-8C54-48FC-B746-A79F27375A6C}" type="datetime1">
              <a:rPr lang="en-GB" smtClean="0"/>
              <a:pPr>
                <a:defRPr/>
              </a:pPr>
              <a:t>27/11/2017</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0ECEF355-917E-4633-B46E-A0F076163DE9}" type="slidenum">
              <a:rPr lang="en-US" smtClean="0"/>
              <a:pPr>
                <a:defRPr/>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59F402E2-2750-4D0B-B19E-CF249B3E0350}" type="datetime1">
              <a:rPr lang="en-GB" smtClean="0"/>
              <a:pPr>
                <a:defRPr/>
              </a:pPr>
              <a:t>27/11/2017</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7F9A678-8982-4A75-BBE2-D238F060C4A8}" type="slidenum">
              <a:rPr lang="en-US" smtClean="0"/>
              <a:pPr>
                <a:defRPr/>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1E222C98-9DBB-41D0-A291-164E2D715A4E}" type="datetime1">
              <a:rPr lang="en-GB" smtClean="0"/>
              <a:pPr>
                <a:defRPr/>
              </a:pPr>
              <a:t>27/11/2017</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9D8D70C-C178-40F9-82D1-04D9AB71ECB0}" type="slidenum">
              <a:rPr lang="en-US" smtClean="0"/>
              <a:pPr>
                <a:defRPr/>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DEBAAFEE-3F2B-4393-AB3C-FB93FD722A45}" type="datetime1">
              <a:rPr lang="en-GB" smtClean="0"/>
              <a:pPr>
                <a:defRPr/>
              </a:pPr>
              <a:t>27/11/2017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F009B74-0E48-4EB7-95B6-EC52E0C860D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98794CD7-43AD-44BA-85E1-20ADD1CC4DA9}" type="datetime1">
              <a:rPr lang="en-GB" smtClean="0"/>
              <a:pPr>
                <a:defRPr/>
              </a:pPr>
              <a:t>27/11/2017</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6BF2099-EC94-4491-B4A5-C63E74FAC285}" type="slidenum">
              <a:rPr lang="en-US" smtClean="0"/>
              <a:pPr>
                <a:defRPr/>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a:defRPr/>
            </a:pPr>
            <a:fld id="{5F48736D-98E3-4A66-A824-35D60A145163}" type="datetime1">
              <a:rPr lang="en-GB" smtClean="0"/>
              <a:pPr>
                <a:defRPr/>
              </a:pPr>
              <a:t>27/11/2017</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defRPr/>
            </a:pPr>
            <a:fld id="{06E5C72A-F46A-4D15-92AB-C9D2BD1D618D}" type="slidenum">
              <a:rPr lang="en-US" smtClean="0"/>
              <a:pPr>
                <a:defRPr/>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onthemedia.org/story/scholar-asks-facebooks-emotional-contagion-study-be-withdraw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arxiv.org/abs/0812.0438" TargetMode="External"/><Relationship Id="rId2" Type="http://schemas.openxmlformats.org/officeDocument/2006/relationships/hyperlink" Target="http://arxiv.org/abs/1309.5821" TargetMode="External"/><Relationship Id="rId1" Type="http://schemas.openxmlformats.org/officeDocument/2006/relationships/slideLayout" Target="../slideLayouts/slideLayout2.xml"/><Relationship Id="rId4" Type="http://schemas.openxmlformats.org/officeDocument/2006/relationships/hyperlink" Target="http://arxiv.org/abs/cs/0308040"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p:txBody>
          <a:bodyPr>
            <a:noAutofit/>
          </a:bodyPr>
          <a:lstStyle/>
          <a:p>
            <a:r>
              <a:rPr lang="en-US" sz="2000" dirty="0"/>
              <a:t>Literature Survey, </a:t>
            </a:r>
            <a:br>
              <a:rPr lang="en-US" sz="2000" dirty="0"/>
            </a:br>
            <a:r>
              <a:rPr lang="en-US" sz="2000" b="1" dirty="0"/>
              <a:t>Literature Comprehension</a:t>
            </a:r>
            <a:r>
              <a:rPr lang="en-US" sz="2000" dirty="0"/>
              <a:t> &amp; </a:t>
            </a:r>
            <a:br>
              <a:rPr lang="en-US" sz="2000" dirty="0"/>
            </a:br>
            <a:r>
              <a:rPr lang="en-US" sz="2000" dirty="0"/>
              <a:t>Literature Review</a:t>
            </a:r>
            <a:endParaRPr lang="en-GB"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Read carefully and critically</a:t>
            </a:r>
          </a:p>
        </p:txBody>
      </p:sp>
      <p:sp>
        <p:nvSpPr>
          <p:cNvPr id="3" name="Content Placeholder 2"/>
          <p:cNvSpPr>
            <a:spLocks noGrp="1"/>
          </p:cNvSpPr>
          <p:nvPr>
            <p:ph sz="quarter" idx="1"/>
          </p:nvPr>
        </p:nvSpPr>
        <p:spPr/>
        <p:txBody>
          <a:bodyPr>
            <a:normAutofit fontScale="85000" lnSpcReduction="20000"/>
          </a:bodyPr>
          <a:lstStyle/>
          <a:p>
            <a:endParaRPr lang="en-IE" dirty="0"/>
          </a:p>
          <a:p>
            <a:r>
              <a:rPr lang="en-IE" dirty="0"/>
              <a:t>The methods used to produce a piece of research are an important indicator of its reliability.</a:t>
            </a:r>
          </a:p>
          <a:p>
            <a:pPr lvl="1"/>
            <a:r>
              <a:rPr lang="en-IE" dirty="0"/>
              <a:t>You might assume that all research reports which have been accepted for publication are reliable, but this is not foolproof. </a:t>
            </a:r>
          </a:p>
          <a:p>
            <a:r>
              <a:rPr lang="en-IE" dirty="0"/>
              <a:t>There have been some famous cases of fraudulent research which have successfully fooled the research establishment</a:t>
            </a:r>
          </a:p>
          <a:p>
            <a:pPr lvl="1"/>
            <a:r>
              <a:rPr lang="en-IE" dirty="0"/>
              <a:t>Jan </a:t>
            </a:r>
            <a:r>
              <a:rPr lang="en-IE" dirty="0" err="1"/>
              <a:t>Hendrik</a:t>
            </a:r>
            <a:r>
              <a:rPr lang="en-IE" dirty="0"/>
              <a:t> </a:t>
            </a:r>
            <a:r>
              <a:rPr lang="en-IE" dirty="0" err="1"/>
              <a:t>Schön</a:t>
            </a:r>
            <a:endParaRPr lang="en-IE" dirty="0"/>
          </a:p>
          <a:p>
            <a:pPr lvl="2"/>
            <a:r>
              <a:rPr lang="en-IE" dirty="0"/>
              <a:t>High publication rate</a:t>
            </a:r>
          </a:p>
          <a:p>
            <a:pPr lvl="2"/>
            <a:r>
              <a:rPr lang="en-IE" dirty="0"/>
              <a:t>Falsified data by presenting identical graphs in two different papers - on different topics.</a:t>
            </a:r>
          </a:p>
          <a:p>
            <a:pPr lvl="1"/>
            <a:r>
              <a:rPr lang="en-IE" dirty="0"/>
              <a:t>Andrew Wakefield</a:t>
            </a:r>
          </a:p>
          <a:p>
            <a:pPr lvl="2"/>
            <a:r>
              <a:rPr lang="en-IE" dirty="0"/>
              <a:t>Expert in autism</a:t>
            </a:r>
          </a:p>
          <a:p>
            <a:pPr lvl="2"/>
            <a:r>
              <a:rPr lang="en-IE" dirty="0"/>
              <a:t>Guilty of conflict of interest (receiving money, owned company which conducted tests)</a:t>
            </a:r>
          </a:p>
          <a:p>
            <a:pPr lvl="2"/>
            <a:r>
              <a:rPr lang="en-IE" dirty="0"/>
              <a:t>Highly selective data reporting, unethical treatment of children</a:t>
            </a:r>
          </a:p>
        </p:txBody>
      </p:sp>
    </p:spTree>
    <p:extLst>
      <p:ext uri="{BB962C8B-B14F-4D97-AF65-F5344CB8AC3E}">
        <p14:creationId xmlns:p14="http://schemas.microsoft.com/office/powerpoint/2010/main" val="62776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Read carefully and critically</a:t>
            </a:r>
          </a:p>
        </p:txBody>
      </p:sp>
      <p:sp>
        <p:nvSpPr>
          <p:cNvPr id="3" name="Content Placeholder 2"/>
          <p:cNvSpPr>
            <a:spLocks noGrp="1"/>
          </p:cNvSpPr>
          <p:nvPr>
            <p:ph sz="quarter" idx="1"/>
          </p:nvPr>
        </p:nvSpPr>
        <p:spPr/>
        <p:txBody>
          <a:bodyPr>
            <a:normAutofit fontScale="92500" lnSpcReduction="20000"/>
          </a:bodyPr>
          <a:lstStyle/>
          <a:p>
            <a:endParaRPr lang="en-IE" dirty="0"/>
          </a:p>
          <a:p>
            <a:r>
              <a:rPr lang="en-IE" dirty="0"/>
              <a:t>False reviewing</a:t>
            </a:r>
          </a:p>
          <a:p>
            <a:pPr lvl="1"/>
            <a:r>
              <a:rPr lang="en-IE" dirty="0"/>
              <a:t>When asked by journal editors to suggest names of experts in their field who were not involved in their research, authors suggested names and emails that then forwarded back to their own inboxes. </a:t>
            </a:r>
          </a:p>
          <a:p>
            <a:r>
              <a:rPr lang="en-IE" dirty="0"/>
              <a:t>There have been cases of research withdrawn due to the controversy about the methods used</a:t>
            </a:r>
          </a:p>
          <a:p>
            <a:pPr lvl="1"/>
            <a:r>
              <a:rPr lang="en-IE" dirty="0"/>
              <a:t>E.g. Facebook Emotional Contagion </a:t>
            </a:r>
            <a:r>
              <a:rPr lang="en-IE" dirty="0">
                <a:hlinkClick r:id="rId2"/>
              </a:rPr>
              <a:t>http://www.onthemedia.org/story/scholar-asks-facebooks-emotional-contagion-study-be-withdrawn/</a:t>
            </a:r>
            <a:endParaRPr lang="en-IE" dirty="0"/>
          </a:p>
          <a:p>
            <a:pPr lvl="1"/>
            <a:r>
              <a:rPr lang="en-IE" dirty="0"/>
              <a:t>Purposely showed users only negative posts from friends’ feeds to test if this would lead to a spread of ‘emotional contagion’ across the network to see if mood could be manipulated</a:t>
            </a:r>
          </a:p>
          <a:p>
            <a:pPr lvl="1"/>
            <a:r>
              <a:rPr lang="en-IE" dirty="0"/>
              <a:t>Participants involuntarily enrolled in study, not given an opportunity to remove themselves</a:t>
            </a:r>
          </a:p>
        </p:txBody>
      </p:sp>
    </p:spTree>
    <p:extLst>
      <p:ext uri="{BB962C8B-B14F-4D97-AF65-F5344CB8AC3E}">
        <p14:creationId xmlns:p14="http://schemas.microsoft.com/office/powerpoint/2010/main" val="1103543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Literature Comprehension</a:t>
            </a:r>
            <a:r>
              <a:rPr lang="en-GB"/>
              <a:t> </a:t>
            </a:r>
          </a:p>
        </p:txBody>
      </p:sp>
      <p:sp>
        <p:nvSpPr>
          <p:cNvPr id="9219" name="Rectangle 3"/>
          <p:cNvSpPr>
            <a:spLocks noGrp="1" noChangeArrowheads="1"/>
          </p:cNvSpPr>
          <p:nvPr>
            <p:ph sz="quarter" idx="1"/>
          </p:nvPr>
        </p:nvSpPr>
        <p:spPr>
          <a:xfrm>
            <a:off x="457200" y="1219200"/>
            <a:ext cx="7787208" cy="4937760"/>
          </a:xfrm>
        </p:spPr>
        <p:txBody>
          <a:bodyPr/>
          <a:lstStyle/>
          <a:p>
            <a:r>
              <a:rPr lang="en-US" dirty="0"/>
              <a:t>Initially you will find this overwhelming…</a:t>
            </a:r>
          </a:p>
          <a:p>
            <a:pPr lvl="1"/>
            <a:r>
              <a:rPr lang="en-US" dirty="0"/>
              <a:t>You will be presented with lots of with new terminology, models and approaches.</a:t>
            </a:r>
          </a:p>
          <a:p>
            <a:r>
              <a:rPr lang="en-US" dirty="0"/>
              <a:t>THIS IS PERFECTLY NORMAL</a:t>
            </a:r>
          </a:p>
        </p:txBody>
      </p:sp>
      <p:pic>
        <p:nvPicPr>
          <p:cNvPr id="1028" name="Picture 4" descr="http://www.intelligentspeculator.net/wp-content/uploads/2012/01/informationoverloadcartoo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2720" y="3212976"/>
            <a:ext cx="2836168" cy="2334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947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Literature Comprehension</a:t>
            </a:r>
            <a:r>
              <a:rPr lang="en-GB"/>
              <a:t> </a:t>
            </a:r>
          </a:p>
        </p:txBody>
      </p:sp>
      <p:sp>
        <p:nvSpPr>
          <p:cNvPr id="5123" name="Rectangle 3"/>
          <p:cNvSpPr>
            <a:spLocks noGrp="1" noChangeArrowheads="1"/>
          </p:cNvSpPr>
          <p:nvPr>
            <p:ph sz="quarter" idx="1"/>
          </p:nvPr>
        </p:nvSpPr>
        <p:spPr/>
        <p:txBody>
          <a:bodyPr/>
          <a:lstStyle/>
          <a:p>
            <a:r>
              <a:rPr lang="en-US" dirty="0"/>
              <a:t>Process of reading and understanding the research found in the survey process. </a:t>
            </a:r>
          </a:p>
          <a:p>
            <a:r>
              <a:rPr lang="en-US" dirty="0"/>
              <a:t>The first thing to do is to organize your collected research based on themes within your research</a:t>
            </a:r>
          </a:p>
          <a:p>
            <a:pPr lvl="1"/>
            <a:r>
              <a:rPr lang="en-US" dirty="0"/>
              <a:t>Physical piles, folders, tags etc.</a:t>
            </a:r>
          </a:p>
          <a:p>
            <a:r>
              <a:rPr lang="en-US" dirty="0"/>
              <a:t>Some papers might be about the overall themes and others might be about specific issues.</a:t>
            </a:r>
          </a:p>
          <a:p>
            <a:r>
              <a:rPr lang="en-US" dirty="0"/>
              <a:t>Also don’t be afraid to ask for help – from your lecturers or other people.</a:t>
            </a:r>
          </a:p>
          <a:p>
            <a:endParaRPr lang="en-US" dirty="0"/>
          </a:p>
          <a:p>
            <a:endParaRPr lang="en-US" dirty="0"/>
          </a:p>
        </p:txBody>
      </p:sp>
    </p:spTree>
    <p:extLst>
      <p:ext uri="{BB962C8B-B14F-4D97-AF65-F5344CB8AC3E}">
        <p14:creationId xmlns:p14="http://schemas.microsoft.com/office/powerpoint/2010/main" val="140926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Literature Comprehension</a:t>
            </a:r>
            <a:r>
              <a:rPr lang="en-GB" dirty="0"/>
              <a:t> </a:t>
            </a:r>
          </a:p>
        </p:txBody>
      </p:sp>
      <p:sp>
        <p:nvSpPr>
          <p:cNvPr id="11267" name="Rectangle 3"/>
          <p:cNvSpPr>
            <a:spLocks noGrp="1" noChangeArrowheads="1"/>
          </p:cNvSpPr>
          <p:nvPr>
            <p:ph sz="quarter" idx="1"/>
          </p:nvPr>
        </p:nvSpPr>
        <p:spPr/>
        <p:txBody>
          <a:bodyPr/>
          <a:lstStyle/>
          <a:p>
            <a:r>
              <a:rPr lang="en-US" dirty="0"/>
              <a:t>Don’t get overwhelmed by it all</a:t>
            </a:r>
          </a:p>
          <a:p>
            <a:pPr lvl="1"/>
            <a:r>
              <a:rPr lang="en-US" dirty="0"/>
              <a:t>You are learning a new skill through practice</a:t>
            </a:r>
          </a:p>
          <a:p>
            <a:pPr lvl="1"/>
            <a:r>
              <a:rPr lang="en-US" dirty="0"/>
              <a:t>The more papers you read, the less new terms you will be encountering, the more of an expert you will become. </a:t>
            </a:r>
          </a:p>
          <a:p>
            <a:r>
              <a:rPr lang="en-US" dirty="0"/>
              <a:t>You are also adding to your keyword search list.</a:t>
            </a:r>
          </a:p>
          <a:p>
            <a:r>
              <a:rPr lang="en-US" dirty="0"/>
              <a:t>The first few papers are the most difficult, once you are over that hurdle, you will find the rest much easier.</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Getting started</a:t>
            </a:r>
          </a:p>
        </p:txBody>
      </p:sp>
      <p:sp>
        <p:nvSpPr>
          <p:cNvPr id="3" name="Content Placeholder 2"/>
          <p:cNvSpPr>
            <a:spLocks noGrp="1"/>
          </p:cNvSpPr>
          <p:nvPr>
            <p:ph sz="quarter" idx="1"/>
          </p:nvPr>
        </p:nvSpPr>
        <p:spPr/>
        <p:txBody>
          <a:bodyPr/>
          <a:lstStyle/>
          <a:p>
            <a:r>
              <a:rPr lang="en-IE" b="1" dirty="0">
                <a:solidFill>
                  <a:srgbClr val="FF0000"/>
                </a:solidFill>
              </a:rPr>
              <a:t>Look for a review article related to your area</a:t>
            </a:r>
          </a:p>
          <a:p>
            <a:pPr lvl="1"/>
            <a:r>
              <a:rPr lang="en-IE" dirty="0"/>
              <a:t>This may mean you have to look for reviews in a broader topic </a:t>
            </a:r>
          </a:p>
          <a:p>
            <a:pPr lvl="2"/>
            <a:r>
              <a:rPr lang="en-IE" dirty="0"/>
              <a:t>This will help identify broad issues of concern</a:t>
            </a:r>
          </a:p>
          <a:p>
            <a:pPr lvl="2"/>
            <a:r>
              <a:rPr lang="en-IE" dirty="0"/>
              <a:t>This will help you see how your topic is related</a:t>
            </a:r>
          </a:p>
          <a:p>
            <a:r>
              <a:rPr lang="en-IE" dirty="0"/>
              <a:t>Look for articles with ‘techniques’ or ‘applications’ or ‘case study’ in the title</a:t>
            </a:r>
          </a:p>
          <a:p>
            <a:pPr lvl="1"/>
            <a:r>
              <a:rPr lang="en-IE" dirty="0"/>
              <a:t>These papers will generally include a review (of varying detail) of a range of techniques and applications</a:t>
            </a:r>
          </a:p>
          <a:p>
            <a:r>
              <a:rPr lang="en-IE" dirty="0"/>
              <a:t>If you are looking at the application of your research area to another area - your search to include databases, journals, conferences etc. related to this area also</a:t>
            </a:r>
          </a:p>
          <a:p>
            <a:pPr marL="0" indent="0">
              <a:buNone/>
            </a:pPr>
            <a:endParaRPr lang="en-IE" dirty="0"/>
          </a:p>
        </p:txBody>
      </p:sp>
    </p:spTree>
    <p:extLst>
      <p:ext uri="{BB962C8B-B14F-4D97-AF65-F5344CB8AC3E}">
        <p14:creationId xmlns:p14="http://schemas.microsoft.com/office/powerpoint/2010/main" val="746248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How to read a research paper?</a:t>
            </a:r>
          </a:p>
        </p:txBody>
      </p:sp>
      <p:sp>
        <p:nvSpPr>
          <p:cNvPr id="3" name="Content Placeholder 2"/>
          <p:cNvSpPr>
            <a:spLocks noGrp="1"/>
          </p:cNvSpPr>
          <p:nvPr>
            <p:ph sz="quarter" idx="1"/>
          </p:nvPr>
        </p:nvSpPr>
        <p:spPr/>
        <p:txBody>
          <a:bodyPr>
            <a:normAutofit lnSpcReduction="10000"/>
          </a:bodyPr>
          <a:lstStyle/>
          <a:p>
            <a:r>
              <a:rPr lang="en-US" dirty="0"/>
              <a:t>You are reading for underlying meaning</a:t>
            </a:r>
          </a:p>
          <a:p>
            <a:pPr lvl="1"/>
            <a:r>
              <a:rPr lang="en-IE" dirty="0"/>
              <a:t>The goal of reading is not simply to see what is said, but to understand the bias, assumptions, and perspectives underlying the discussion.  </a:t>
            </a:r>
          </a:p>
          <a:p>
            <a:pPr lvl="1"/>
            <a:r>
              <a:rPr lang="en-IE" dirty="0"/>
              <a:t>We are trying to understand the author’s view of the world</a:t>
            </a:r>
          </a:p>
          <a:p>
            <a:r>
              <a:rPr lang="en-IE" dirty="0"/>
              <a:t>Your Objectives are to: </a:t>
            </a:r>
          </a:p>
          <a:p>
            <a:pPr lvl="1"/>
            <a:r>
              <a:rPr lang="en-US" dirty="0"/>
              <a:t>Understand the problem discussed</a:t>
            </a:r>
          </a:p>
          <a:p>
            <a:pPr lvl="1"/>
            <a:r>
              <a:rPr lang="en-US" dirty="0"/>
              <a:t>Understand the proposed solution</a:t>
            </a:r>
          </a:p>
          <a:p>
            <a:pPr lvl="1"/>
            <a:r>
              <a:rPr lang="en-US" dirty="0"/>
              <a:t>Understand competing approaches / designs that could have been used</a:t>
            </a:r>
          </a:p>
          <a:p>
            <a:pPr lvl="1"/>
            <a:r>
              <a:rPr lang="en-US" dirty="0"/>
              <a:t>Evaluate the paper in terms of</a:t>
            </a:r>
          </a:p>
          <a:p>
            <a:pPr lvl="2"/>
            <a:r>
              <a:rPr lang="en-US" dirty="0"/>
              <a:t>The area you are working in</a:t>
            </a:r>
          </a:p>
          <a:p>
            <a:pPr lvl="2"/>
            <a:r>
              <a:rPr lang="en-US" dirty="0"/>
              <a:t>Your work in particular</a:t>
            </a:r>
          </a:p>
          <a:p>
            <a:endParaRPr lang="en-US" dirty="0"/>
          </a:p>
          <a:p>
            <a:pPr lvl="2"/>
            <a:endParaRPr lang="en-US" dirty="0"/>
          </a:p>
          <a:p>
            <a:pPr lvl="2"/>
            <a:endParaRPr lang="en-US" dirty="0"/>
          </a:p>
          <a:p>
            <a:endParaRPr lang="en-IE" dirty="0"/>
          </a:p>
        </p:txBody>
      </p:sp>
    </p:spTree>
    <p:extLst>
      <p:ext uri="{BB962C8B-B14F-4D97-AF65-F5344CB8AC3E}">
        <p14:creationId xmlns:p14="http://schemas.microsoft.com/office/powerpoint/2010/main" val="322857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Types of Reading</a:t>
            </a:r>
          </a:p>
        </p:txBody>
      </p:sp>
      <p:sp>
        <p:nvSpPr>
          <p:cNvPr id="3" name="Content Placeholder 2"/>
          <p:cNvSpPr>
            <a:spLocks noGrp="1"/>
          </p:cNvSpPr>
          <p:nvPr>
            <p:ph sz="quarter" idx="1"/>
          </p:nvPr>
        </p:nvSpPr>
        <p:spPr>
          <a:xfrm>
            <a:off x="457200" y="1219200"/>
            <a:ext cx="2818656" cy="4937760"/>
          </a:xfrm>
        </p:spPr>
        <p:txBody>
          <a:bodyPr>
            <a:normAutofit fontScale="77500" lnSpcReduction="20000"/>
          </a:bodyPr>
          <a:lstStyle/>
          <a:p>
            <a:r>
              <a:rPr lang="en-IE" dirty="0"/>
              <a:t>Scanning</a:t>
            </a:r>
          </a:p>
          <a:p>
            <a:pPr lvl="1"/>
            <a:r>
              <a:rPr lang="en-IE" dirty="0"/>
              <a:t>Casting your eye over</a:t>
            </a:r>
          </a:p>
          <a:p>
            <a:pPr lvl="1"/>
            <a:r>
              <a:rPr lang="en-IE" dirty="0"/>
              <a:t>Looking for particular points</a:t>
            </a:r>
          </a:p>
          <a:p>
            <a:r>
              <a:rPr lang="en-IE" dirty="0"/>
              <a:t>Skimming</a:t>
            </a:r>
          </a:p>
          <a:p>
            <a:pPr lvl="1"/>
            <a:r>
              <a:rPr lang="en-IE" dirty="0"/>
              <a:t>Rapid, surface</a:t>
            </a:r>
          </a:p>
          <a:p>
            <a:pPr lvl="1"/>
            <a:r>
              <a:rPr lang="en-IE" dirty="0"/>
              <a:t>Gaining a general impression</a:t>
            </a:r>
          </a:p>
          <a:p>
            <a:r>
              <a:rPr lang="en-IE" dirty="0"/>
              <a:t>Receptive </a:t>
            </a:r>
          </a:p>
          <a:p>
            <a:pPr lvl="1"/>
            <a:r>
              <a:rPr lang="en-IE" dirty="0"/>
              <a:t>‘Listening’ to the author</a:t>
            </a:r>
          </a:p>
          <a:p>
            <a:pPr lvl="1"/>
            <a:r>
              <a:rPr lang="en-IE" dirty="0"/>
              <a:t>Steady, easy pace</a:t>
            </a:r>
          </a:p>
          <a:p>
            <a:r>
              <a:rPr lang="en-IE" dirty="0"/>
              <a:t>Reflective</a:t>
            </a:r>
          </a:p>
          <a:p>
            <a:pPr lvl="1"/>
            <a:r>
              <a:rPr lang="en-IE" dirty="0"/>
              <a:t>Think carefully about what you are reading</a:t>
            </a:r>
          </a:p>
          <a:p>
            <a:pPr lvl="1"/>
            <a:r>
              <a:rPr lang="en-IE" dirty="0"/>
              <a:t>Analysis, Evaluation, Judgement</a:t>
            </a:r>
          </a:p>
        </p:txBody>
      </p:sp>
      <p:grpSp>
        <p:nvGrpSpPr>
          <p:cNvPr id="7" name="Group 6"/>
          <p:cNvGrpSpPr/>
          <p:nvPr/>
        </p:nvGrpSpPr>
        <p:grpSpPr>
          <a:xfrm>
            <a:off x="3451178" y="1199150"/>
            <a:ext cx="2416966" cy="4896544"/>
            <a:chOff x="5940152" y="1196752"/>
            <a:chExt cx="2987824" cy="4896544"/>
          </a:xfrm>
        </p:grpSpPr>
        <p:sp>
          <p:nvSpPr>
            <p:cNvPr id="4" name="Down Arrow Callout 3"/>
            <p:cNvSpPr/>
            <p:nvPr/>
          </p:nvSpPr>
          <p:spPr>
            <a:xfrm>
              <a:off x="6012160" y="1196752"/>
              <a:ext cx="2915816" cy="1872208"/>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Collection</a:t>
              </a:r>
            </a:p>
          </p:txBody>
        </p:sp>
        <p:sp>
          <p:nvSpPr>
            <p:cNvPr id="5" name="Down Arrow Callout 4"/>
            <p:cNvSpPr/>
            <p:nvPr/>
          </p:nvSpPr>
          <p:spPr>
            <a:xfrm>
              <a:off x="6012160" y="3068960"/>
              <a:ext cx="2915816" cy="216024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Understanding</a:t>
              </a:r>
            </a:p>
          </p:txBody>
        </p:sp>
        <p:sp>
          <p:nvSpPr>
            <p:cNvPr id="6" name="Rectangle 5"/>
            <p:cNvSpPr/>
            <p:nvPr/>
          </p:nvSpPr>
          <p:spPr>
            <a:xfrm>
              <a:off x="5940152" y="5229200"/>
              <a:ext cx="28803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Review </a:t>
              </a:r>
            </a:p>
          </p:txBody>
        </p:sp>
      </p:grpSp>
      <p:grpSp>
        <p:nvGrpSpPr>
          <p:cNvPr id="10" name="Group 9"/>
          <p:cNvGrpSpPr/>
          <p:nvPr/>
        </p:nvGrpSpPr>
        <p:grpSpPr>
          <a:xfrm>
            <a:off x="6043466" y="1196752"/>
            <a:ext cx="2416966" cy="4896544"/>
            <a:chOff x="5940152" y="1196752"/>
            <a:chExt cx="2987824" cy="4896544"/>
          </a:xfrm>
        </p:grpSpPr>
        <p:sp>
          <p:nvSpPr>
            <p:cNvPr id="11" name="Down Arrow Callout 10"/>
            <p:cNvSpPr/>
            <p:nvPr/>
          </p:nvSpPr>
          <p:spPr>
            <a:xfrm>
              <a:off x="6012160" y="1196752"/>
              <a:ext cx="2915816" cy="1872208"/>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Scan and Skim</a:t>
              </a:r>
            </a:p>
          </p:txBody>
        </p:sp>
        <p:sp>
          <p:nvSpPr>
            <p:cNvPr id="12" name="Down Arrow Callout 11"/>
            <p:cNvSpPr/>
            <p:nvPr/>
          </p:nvSpPr>
          <p:spPr>
            <a:xfrm>
              <a:off x="6012160" y="3068960"/>
              <a:ext cx="2915816" cy="216024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Active Receptive Reflective </a:t>
              </a:r>
            </a:p>
          </p:txBody>
        </p:sp>
        <p:sp>
          <p:nvSpPr>
            <p:cNvPr id="13" name="Rectangle 12"/>
            <p:cNvSpPr/>
            <p:nvPr/>
          </p:nvSpPr>
          <p:spPr>
            <a:xfrm>
              <a:off x="5940152" y="5229200"/>
              <a:ext cx="28803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Reflective</a:t>
              </a:r>
            </a:p>
          </p:txBody>
        </p:sp>
      </p:grpSp>
    </p:spTree>
    <p:extLst>
      <p:ext uri="{BB962C8B-B14F-4D97-AF65-F5344CB8AC3E}">
        <p14:creationId xmlns:p14="http://schemas.microsoft.com/office/powerpoint/2010/main" val="188382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Types of Reading</a:t>
            </a:r>
          </a:p>
        </p:txBody>
      </p:sp>
      <p:grpSp>
        <p:nvGrpSpPr>
          <p:cNvPr id="7" name="Group 6"/>
          <p:cNvGrpSpPr/>
          <p:nvPr/>
        </p:nvGrpSpPr>
        <p:grpSpPr>
          <a:xfrm>
            <a:off x="3451178" y="1199150"/>
            <a:ext cx="2416966" cy="4896544"/>
            <a:chOff x="5940152" y="1196752"/>
            <a:chExt cx="2987824" cy="4896544"/>
          </a:xfrm>
        </p:grpSpPr>
        <p:sp>
          <p:nvSpPr>
            <p:cNvPr id="4" name="Down Arrow Callout 3"/>
            <p:cNvSpPr/>
            <p:nvPr/>
          </p:nvSpPr>
          <p:spPr>
            <a:xfrm>
              <a:off x="6012160" y="1196752"/>
              <a:ext cx="2915816" cy="1872208"/>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Collection</a:t>
              </a:r>
            </a:p>
          </p:txBody>
        </p:sp>
        <p:sp>
          <p:nvSpPr>
            <p:cNvPr id="5" name="Down Arrow Callout 4"/>
            <p:cNvSpPr/>
            <p:nvPr/>
          </p:nvSpPr>
          <p:spPr>
            <a:xfrm>
              <a:off x="6012160" y="3068960"/>
              <a:ext cx="2915816" cy="216024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Understanding</a:t>
              </a:r>
            </a:p>
          </p:txBody>
        </p:sp>
        <p:sp>
          <p:nvSpPr>
            <p:cNvPr id="6" name="Rectangle 5"/>
            <p:cNvSpPr/>
            <p:nvPr/>
          </p:nvSpPr>
          <p:spPr>
            <a:xfrm>
              <a:off x="5940152" y="5229200"/>
              <a:ext cx="28803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Review </a:t>
              </a:r>
            </a:p>
          </p:txBody>
        </p:sp>
      </p:grpSp>
      <p:grpSp>
        <p:nvGrpSpPr>
          <p:cNvPr id="8" name="Group 9"/>
          <p:cNvGrpSpPr/>
          <p:nvPr/>
        </p:nvGrpSpPr>
        <p:grpSpPr>
          <a:xfrm>
            <a:off x="6043466" y="1196752"/>
            <a:ext cx="2416966" cy="4896544"/>
            <a:chOff x="5940152" y="1196752"/>
            <a:chExt cx="2987824" cy="4896544"/>
          </a:xfrm>
        </p:grpSpPr>
        <p:sp>
          <p:nvSpPr>
            <p:cNvPr id="11" name="Down Arrow Callout 10"/>
            <p:cNvSpPr/>
            <p:nvPr/>
          </p:nvSpPr>
          <p:spPr>
            <a:xfrm>
              <a:off x="6012160" y="1196752"/>
              <a:ext cx="2915816" cy="1872208"/>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Scan and Skim</a:t>
              </a:r>
            </a:p>
          </p:txBody>
        </p:sp>
        <p:sp>
          <p:nvSpPr>
            <p:cNvPr id="12" name="Down Arrow Callout 11"/>
            <p:cNvSpPr/>
            <p:nvPr/>
          </p:nvSpPr>
          <p:spPr>
            <a:xfrm>
              <a:off x="6012160" y="3068960"/>
              <a:ext cx="2915816" cy="216024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Active Receptive Reflective </a:t>
              </a:r>
            </a:p>
          </p:txBody>
        </p:sp>
        <p:sp>
          <p:nvSpPr>
            <p:cNvPr id="13" name="Rectangle 12"/>
            <p:cNvSpPr/>
            <p:nvPr/>
          </p:nvSpPr>
          <p:spPr>
            <a:xfrm>
              <a:off x="5940152" y="5229200"/>
              <a:ext cx="28803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Reflective</a:t>
              </a:r>
            </a:p>
          </p:txBody>
        </p:sp>
      </p:grpSp>
      <p:sp>
        <p:nvSpPr>
          <p:cNvPr id="15" name="Oval Callout 14"/>
          <p:cNvSpPr/>
          <p:nvPr/>
        </p:nvSpPr>
        <p:spPr>
          <a:xfrm>
            <a:off x="179512" y="1340768"/>
            <a:ext cx="3240360" cy="2054869"/>
          </a:xfrm>
          <a:prstGeom prst="wedgeEllipseCallout">
            <a:avLst>
              <a:gd name="adj1" fmla="val 143377"/>
              <a:gd name="adj2" fmla="val 467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E" sz="2000" dirty="0">
                <a:solidFill>
                  <a:schemeClr val="tx1"/>
                </a:solidFill>
              </a:rPr>
              <a:t>You may need to re-read sentences, look up terminology etc.</a:t>
            </a:r>
          </a:p>
        </p:txBody>
      </p:sp>
      <p:sp>
        <p:nvSpPr>
          <p:cNvPr id="16" name="Oval Callout 15"/>
          <p:cNvSpPr/>
          <p:nvPr/>
        </p:nvSpPr>
        <p:spPr>
          <a:xfrm>
            <a:off x="179512" y="3645024"/>
            <a:ext cx="3240360" cy="2054869"/>
          </a:xfrm>
          <a:prstGeom prst="wedgeEllipseCallout">
            <a:avLst>
              <a:gd name="adj1" fmla="val 140785"/>
              <a:gd name="adj2" fmla="val 3444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E" sz="2000" dirty="0">
                <a:solidFill>
                  <a:schemeClr val="tx1"/>
                </a:solidFill>
              </a:rPr>
              <a:t>You may need to re-read sections of papers, check for agreements, dis-agreements etc.</a:t>
            </a:r>
          </a:p>
        </p:txBody>
      </p:sp>
    </p:spTree>
    <p:extLst>
      <p:ext uri="{BB962C8B-B14F-4D97-AF65-F5344CB8AC3E}">
        <p14:creationId xmlns:p14="http://schemas.microsoft.com/office/powerpoint/2010/main" val="188382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SQ3R Reading Technique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677449108"/>
              </p:ext>
            </p:extLst>
          </p:nvPr>
        </p:nvGraphicFramePr>
        <p:xfrm>
          <a:off x="251520" y="1340768"/>
          <a:ext cx="8712968" cy="4937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Survey (scan and skim)</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970040211"/>
              </p:ext>
            </p:extLst>
          </p:nvPr>
        </p:nvGraphicFramePr>
        <p:xfrm>
          <a:off x="282352" y="1988840"/>
          <a:ext cx="8579296" cy="4176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755576" y="1412776"/>
            <a:ext cx="7632848" cy="461665"/>
          </a:xfrm>
          <a:prstGeom prst="rect">
            <a:avLst/>
          </a:prstGeom>
          <a:noFill/>
        </p:spPr>
        <p:txBody>
          <a:bodyPr wrap="square" rtlCol="0">
            <a:spAutoFit/>
          </a:bodyPr>
          <a:lstStyle/>
          <a:p>
            <a:r>
              <a:rPr lang="en-IE" sz="2400" dirty="0"/>
              <a:t>Objective: Establish if work is relevant to your research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
            </a:r>
            <a:br>
              <a:rPr lang="en-IE" dirty="0"/>
            </a:br>
            <a:r>
              <a:rPr lang="en-IE" dirty="0"/>
              <a:t>Q &amp; R: Question and Read</a:t>
            </a:r>
          </a:p>
        </p:txBody>
      </p:sp>
      <p:sp>
        <p:nvSpPr>
          <p:cNvPr id="4" name="Text Placeholder 3"/>
          <p:cNvSpPr>
            <a:spLocks noGrp="1"/>
          </p:cNvSpPr>
          <p:nvPr>
            <p:ph type="body" idx="1"/>
          </p:nvPr>
        </p:nvSpPr>
        <p:spPr/>
        <p:txBody>
          <a:bodyPr/>
          <a:lstStyle/>
          <a:p>
            <a:r>
              <a:rPr lang="en-IE" dirty="0"/>
              <a:t>Question</a:t>
            </a:r>
          </a:p>
        </p:txBody>
      </p:sp>
      <p:sp>
        <p:nvSpPr>
          <p:cNvPr id="5" name="Text Placeholder 4"/>
          <p:cNvSpPr>
            <a:spLocks noGrp="1"/>
          </p:cNvSpPr>
          <p:nvPr>
            <p:ph type="body" sz="half" idx="3"/>
          </p:nvPr>
        </p:nvSpPr>
        <p:spPr/>
        <p:txBody>
          <a:bodyPr/>
          <a:lstStyle/>
          <a:p>
            <a:r>
              <a:rPr lang="en-IE" dirty="0"/>
              <a:t>Read</a:t>
            </a:r>
          </a:p>
        </p:txBody>
      </p:sp>
      <p:sp>
        <p:nvSpPr>
          <p:cNvPr id="3" name="Content Placeholder 2"/>
          <p:cNvSpPr>
            <a:spLocks noGrp="1"/>
          </p:cNvSpPr>
          <p:nvPr>
            <p:ph sz="quarter" idx="2"/>
          </p:nvPr>
        </p:nvSpPr>
        <p:spPr/>
        <p:txBody>
          <a:bodyPr/>
          <a:lstStyle/>
          <a:p>
            <a:r>
              <a:rPr lang="en-IE" dirty="0"/>
              <a:t>To Help You To Read actively</a:t>
            </a:r>
          </a:p>
          <a:p>
            <a:r>
              <a:rPr lang="en-IE" dirty="0"/>
              <a:t>Try to relate to </a:t>
            </a:r>
          </a:p>
          <a:p>
            <a:pPr lvl="1"/>
            <a:r>
              <a:rPr lang="en-IE" dirty="0"/>
              <a:t>Experience</a:t>
            </a:r>
          </a:p>
          <a:p>
            <a:pPr lvl="1"/>
            <a:r>
              <a:rPr lang="en-IE" dirty="0"/>
              <a:t>Other work</a:t>
            </a:r>
          </a:p>
          <a:p>
            <a:pPr lvl="1"/>
            <a:r>
              <a:rPr lang="en-IE" dirty="0"/>
              <a:t>Your thinking</a:t>
            </a:r>
          </a:p>
          <a:p>
            <a:r>
              <a:rPr lang="en-IE" dirty="0"/>
              <a:t>Formulate questions you think the text will/should answer</a:t>
            </a:r>
          </a:p>
        </p:txBody>
      </p:sp>
      <p:sp>
        <p:nvSpPr>
          <p:cNvPr id="6" name="Content Placeholder 5"/>
          <p:cNvSpPr>
            <a:spLocks noGrp="1"/>
          </p:cNvSpPr>
          <p:nvPr>
            <p:ph sz="quarter" idx="4"/>
          </p:nvPr>
        </p:nvSpPr>
        <p:spPr/>
        <p:txBody>
          <a:bodyPr>
            <a:normAutofit fontScale="92500" lnSpcReduction="20000"/>
          </a:bodyPr>
          <a:lstStyle/>
          <a:p>
            <a:r>
              <a:rPr lang="en-IE" dirty="0"/>
              <a:t>Connect</a:t>
            </a:r>
          </a:p>
          <a:p>
            <a:pPr lvl="1"/>
            <a:r>
              <a:rPr lang="en-IE" dirty="0"/>
              <a:t>To your work</a:t>
            </a:r>
          </a:p>
          <a:p>
            <a:pPr lvl="1"/>
            <a:r>
              <a:rPr lang="en-IE" dirty="0"/>
              <a:t>Other work</a:t>
            </a:r>
          </a:p>
          <a:p>
            <a:pPr lvl="1"/>
            <a:r>
              <a:rPr lang="en-IE" dirty="0"/>
              <a:t>Your experience</a:t>
            </a:r>
          </a:p>
          <a:p>
            <a:r>
              <a:rPr lang="en-IE" dirty="0"/>
              <a:t>Take notes</a:t>
            </a:r>
          </a:p>
          <a:p>
            <a:r>
              <a:rPr lang="en-IE" dirty="0"/>
              <a:t>Break large texts into smaller more manageable chunks and read as separate texts</a:t>
            </a:r>
          </a:p>
          <a:p>
            <a:pPr lvl="1"/>
            <a:r>
              <a:rPr lang="en-IE" dirty="0"/>
              <a:t>Literature</a:t>
            </a:r>
          </a:p>
          <a:p>
            <a:pPr lvl="1"/>
            <a:r>
              <a:rPr lang="en-IE" dirty="0"/>
              <a:t>Experiment</a:t>
            </a:r>
          </a:p>
          <a:p>
            <a:pPr lvl="1"/>
            <a:r>
              <a:rPr lang="en-IE" dirty="0"/>
              <a:t>Conclusions…</a:t>
            </a:r>
          </a:p>
          <a:p>
            <a:endParaRPr lang="en-I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Recall and Review</a:t>
            </a:r>
          </a:p>
        </p:txBody>
      </p:sp>
      <p:sp>
        <p:nvSpPr>
          <p:cNvPr id="3" name="Content Placeholder 2"/>
          <p:cNvSpPr>
            <a:spLocks noGrp="1"/>
          </p:cNvSpPr>
          <p:nvPr>
            <p:ph sz="quarter" idx="1"/>
          </p:nvPr>
        </p:nvSpPr>
        <p:spPr/>
        <p:txBody>
          <a:bodyPr/>
          <a:lstStyle/>
          <a:p>
            <a:r>
              <a:rPr lang="en-IE" dirty="0"/>
              <a:t>After each reading</a:t>
            </a:r>
          </a:p>
          <a:p>
            <a:pPr lvl="1"/>
            <a:r>
              <a:rPr lang="en-IE" dirty="0"/>
              <a:t>Write a short paragraph (one-three sentences) summarising what you have read</a:t>
            </a:r>
          </a:p>
          <a:p>
            <a:pPr lvl="1"/>
            <a:r>
              <a:rPr lang="en-IE" dirty="0"/>
              <a:t>Write a short paragraph (one-three sentences) about what you think this signals for your work</a:t>
            </a:r>
          </a:p>
          <a:p>
            <a:pPr lvl="1"/>
            <a:r>
              <a:rPr lang="en-IE" dirty="0"/>
              <a:t>(can be combined)</a:t>
            </a:r>
          </a:p>
          <a:p>
            <a:endParaRPr lang="en-I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The Three Pass Approach – First Pass</a:t>
            </a:r>
          </a:p>
        </p:txBody>
      </p:sp>
      <p:sp>
        <p:nvSpPr>
          <p:cNvPr id="3" name="Content Placeholder 2"/>
          <p:cNvSpPr>
            <a:spLocks noGrp="1"/>
          </p:cNvSpPr>
          <p:nvPr>
            <p:ph sz="quarter" idx="1"/>
          </p:nvPr>
        </p:nvSpPr>
        <p:spPr/>
        <p:txBody>
          <a:bodyPr>
            <a:normAutofit fontScale="92500" lnSpcReduction="10000"/>
          </a:bodyPr>
          <a:lstStyle/>
          <a:p>
            <a:r>
              <a:rPr lang="en-IE" dirty="0"/>
              <a:t>Source: “How to Read a Paper” by (</a:t>
            </a:r>
            <a:r>
              <a:rPr lang="en-IE" dirty="0" err="1"/>
              <a:t>Keshav</a:t>
            </a:r>
            <a:r>
              <a:rPr lang="en-IE" dirty="0"/>
              <a:t>, 2007)</a:t>
            </a:r>
          </a:p>
          <a:p>
            <a:r>
              <a:rPr lang="en-IE" dirty="0"/>
              <a:t>Objective:  To decide if the paper is worth a reflective read</a:t>
            </a:r>
          </a:p>
          <a:p>
            <a:r>
              <a:rPr lang="en-IE" dirty="0"/>
              <a:t>Aim for 5-10 mins</a:t>
            </a:r>
          </a:p>
          <a:p>
            <a:pPr marL="788670" lvl="1" indent="-514350">
              <a:buFont typeface="+mj-lt"/>
              <a:buAutoNum type="arabicPeriod"/>
            </a:pPr>
            <a:r>
              <a:rPr lang="en-IE" dirty="0"/>
              <a:t>Quick scan to get a quick overview  </a:t>
            </a:r>
          </a:p>
          <a:p>
            <a:pPr marL="788670" lvl="1" indent="-514350">
              <a:buFont typeface="+mj-lt"/>
              <a:buAutoNum type="arabicPeriod"/>
            </a:pPr>
            <a:r>
              <a:rPr lang="en-IE" dirty="0"/>
              <a:t>Read the title, abstract, and introduction</a:t>
            </a:r>
          </a:p>
          <a:p>
            <a:pPr marL="788670" lvl="1" indent="-514350">
              <a:buFont typeface="+mj-lt"/>
              <a:buAutoNum type="arabicPeriod"/>
            </a:pPr>
            <a:r>
              <a:rPr lang="en-IE" dirty="0"/>
              <a:t>Read the section and sub-section headings</a:t>
            </a:r>
          </a:p>
          <a:p>
            <a:pPr marL="1062990" lvl="2" indent="-514350"/>
            <a:r>
              <a:rPr lang="en-IE" dirty="0"/>
              <a:t>(but not the content of sections)</a:t>
            </a:r>
          </a:p>
          <a:p>
            <a:pPr marL="788670" lvl="1" indent="-514350">
              <a:buFont typeface="+mj-lt"/>
              <a:buAutoNum type="arabicPeriod"/>
            </a:pPr>
            <a:r>
              <a:rPr lang="en-IE" dirty="0"/>
              <a:t>Look at the diagrams and tables to see architectures used or results produced</a:t>
            </a:r>
          </a:p>
          <a:p>
            <a:pPr marL="788670" lvl="1" indent="-514350">
              <a:buFont typeface="+mj-lt"/>
              <a:buAutoNum type="arabicPeriod"/>
            </a:pPr>
            <a:r>
              <a:rPr lang="en-IE" dirty="0"/>
              <a:t>Read the conclusions</a:t>
            </a:r>
          </a:p>
          <a:p>
            <a:pPr marL="788670" lvl="1" indent="-514350">
              <a:buFont typeface="+mj-lt"/>
              <a:buAutoNum type="arabicPeriod"/>
            </a:pPr>
            <a:r>
              <a:rPr lang="en-IE" dirty="0"/>
              <a:t>Take a quick look at the references, look for those you have already read and those that could be of interest</a:t>
            </a:r>
          </a:p>
          <a:p>
            <a:r>
              <a:rPr lang="en-IE" dirty="0"/>
              <a:t>Outcome: Decision on whether paper is worth a second pass</a:t>
            </a:r>
          </a:p>
          <a:p>
            <a:endParaRPr lang="en-IE" dirty="0"/>
          </a:p>
        </p:txBody>
      </p:sp>
    </p:spTree>
    <p:extLst>
      <p:ext uri="{BB962C8B-B14F-4D97-AF65-F5344CB8AC3E}">
        <p14:creationId xmlns:p14="http://schemas.microsoft.com/office/powerpoint/2010/main" val="2340531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The Three Pass Approach – First Pass</a:t>
            </a:r>
          </a:p>
        </p:txBody>
      </p:sp>
      <p:sp>
        <p:nvSpPr>
          <p:cNvPr id="3" name="Content Placeholder 2"/>
          <p:cNvSpPr>
            <a:spLocks noGrp="1"/>
          </p:cNvSpPr>
          <p:nvPr>
            <p:ph sz="quarter" idx="1"/>
          </p:nvPr>
        </p:nvSpPr>
        <p:spPr/>
        <p:txBody>
          <a:bodyPr>
            <a:normAutofit/>
          </a:bodyPr>
          <a:lstStyle/>
          <a:p>
            <a:r>
              <a:rPr lang="en-IE" dirty="0"/>
              <a:t>After first pass should be able to decide the following:</a:t>
            </a:r>
          </a:p>
          <a:p>
            <a:pPr lvl="1"/>
            <a:r>
              <a:rPr lang="en-IE" dirty="0"/>
              <a:t>Category: </a:t>
            </a:r>
          </a:p>
          <a:p>
            <a:pPr lvl="2"/>
            <a:r>
              <a:rPr lang="en-IE" dirty="0"/>
              <a:t>What type of paper is it? A review? A proposal for an approach? A report of experimentation? A description of a prototype? A critical comparison? </a:t>
            </a:r>
          </a:p>
          <a:p>
            <a:pPr lvl="1"/>
            <a:r>
              <a:rPr lang="en-IE" dirty="0"/>
              <a:t>Context: </a:t>
            </a:r>
          </a:p>
          <a:p>
            <a:pPr lvl="2"/>
            <a:r>
              <a:rPr lang="en-IE" dirty="0"/>
              <a:t>Where does it fit with what you have already read? Which other papers is it related to? What tools were used?</a:t>
            </a:r>
          </a:p>
          <a:p>
            <a:pPr lvl="1"/>
            <a:r>
              <a:rPr lang="en-IE" dirty="0"/>
              <a:t>Contributions: </a:t>
            </a:r>
          </a:p>
          <a:p>
            <a:pPr lvl="2"/>
            <a:r>
              <a:rPr lang="en-IE" dirty="0"/>
              <a:t>What are the paper's main contributions?</a:t>
            </a:r>
          </a:p>
          <a:p>
            <a:pPr lvl="1"/>
            <a:r>
              <a:rPr lang="en-IE" dirty="0"/>
              <a:t>Clarity: </a:t>
            </a:r>
          </a:p>
          <a:p>
            <a:pPr lvl="2"/>
            <a:r>
              <a:rPr lang="en-IE" dirty="0"/>
              <a:t>Is the paper well written?</a:t>
            </a:r>
          </a:p>
          <a:p>
            <a:endParaRPr lang="en-IE" dirty="0"/>
          </a:p>
        </p:txBody>
      </p:sp>
    </p:spTree>
    <p:extLst>
      <p:ext uri="{BB962C8B-B14F-4D97-AF65-F5344CB8AC3E}">
        <p14:creationId xmlns:p14="http://schemas.microsoft.com/office/powerpoint/2010/main" val="1323458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The Three Pass Approach – Second Pass</a:t>
            </a:r>
          </a:p>
        </p:txBody>
      </p:sp>
      <p:sp>
        <p:nvSpPr>
          <p:cNvPr id="3" name="Content Placeholder 2"/>
          <p:cNvSpPr>
            <a:spLocks noGrp="1"/>
          </p:cNvSpPr>
          <p:nvPr>
            <p:ph sz="quarter" idx="1"/>
          </p:nvPr>
        </p:nvSpPr>
        <p:spPr/>
        <p:txBody>
          <a:bodyPr>
            <a:normAutofit fontScale="92500" lnSpcReduction="20000"/>
          </a:bodyPr>
          <a:lstStyle/>
          <a:p>
            <a:r>
              <a:rPr lang="en-IE" dirty="0"/>
              <a:t>Objective:  To understand the paper and the evidence used</a:t>
            </a:r>
          </a:p>
          <a:p>
            <a:r>
              <a:rPr lang="en-IE" dirty="0"/>
              <a:t>Aim for 30-40 </a:t>
            </a:r>
            <a:r>
              <a:rPr lang="en-IE" dirty="0" err="1"/>
              <a:t>mins</a:t>
            </a:r>
            <a:endParaRPr lang="en-IE" dirty="0"/>
          </a:p>
          <a:p>
            <a:pPr marL="788670" lvl="1" indent="-514350">
              <a:buFont typeface="+mj-lt"/>
              <a:buAutoNum type="arabicPeriod"/>
            </a:pPr>
            <a:r>
              <a:rPr lang="en-IE" dirty="0"/>
              <a:t>Make notes</a:t>
            </a:r>
          </a:p>
          <a:p>
            <a:pPr marL="788670" lvl="1" indent="-514350">
              <a:buFont typeface="+mj-lt"/>
              <a:buAutoNum type="arabicPeriod"/>
            </a:pPr>
            <a:r>
              <a:rPr lang="en-IE" dirty="0"/>
              <a:t>Identify questions you would have for the author</a:t>
            </a:r>
          </a:p>
          <a:p>
            <a:pPr marL="1062990" lvl="2" indent="-514350"/>
            <a:r>
              <a:rPr lang="en-IE" dirty="0"/>
              <a:t>This will help you refine your research question</a:t>
            </a:r>
          </a:p>
          <a:p>
            <a:pPr marL="788670" lvl="1" indent="-514350">
              <a:buFont typeface="+mj-lt"/>
              <a:buAutoNum type="arabicPeriod"/>
            </a:pPr>
            <a:r>
              <a:rPr lang="en-IE" dirty="0"/>
              <a:t>What evidence is being used and how?</a:t>
            </a:r>
          </a:p>
          <a:p>
            <a:pPr marL="788670" lvl="1" indent="-514350">
              <a:buFont typeface="+mj-lt"/>
              <a:buAutoNum type="arabicPeriod"/>
            </a:pPr>
            <a:r>
              <a:rPr lang="en-IE" dirty="0"/>
              <a:t>How is it evaluated?</a:t>
            </a:r>
          </a:p>
          <a:p>
            <a:pPr marL="788670" lvl="1" indent="-514350">
              <a:buFont typeface="+mj-lt"/>
              <a:buAutoNum type="arabicPeriod"/>
            </a:pPr>
            <a:r>
              <a:rPr lang="en-IE" dirty="0"/>
              <a:t>Any references you haven’t read and how they are being used</a:t>
            </a:r>
          </a:p>
          <a:p>
            <a:pPr marL="788670" lvl="1" indent="-514350">
              <a:buFont typeface="+mj-lt"/>
              <a:buAutoNum type="arabicPeriod"/>
            </a:pPr>
            <a:r>
              <a:rPr lang="en-IE" dirty="0"/>
              <a:t>Write a short paragraph outlining main focus of paper and evidence to support this</a:t>
            </a:r>
          </a:p>
          <a:p>
            <a:r>
              <a:rPr lang="en-IE" dirty="0"/>
              <a:t>Outcome:</a:t>
            </a:r>
          </a:p>
          <a:p>
            <a:pPr lvl="1"/>
            <a:r>
              <a:rPr lang="en-IE" dirty="0"/>
              <a:t>Decide to discard the paper OR</a:t>
            </a:r>
          </a:p>
          <a:p>
            <a:pPr lvl="1"/>
            <a:r>
              <a:rPr lang="en-IE" dirty="0"/>
              <a:t>Decide to return to it later after you have read some more OR</a:t>
            </a:r>
          </a:p>
          <a:p>
            <a:pPr lvl="1"/>
            <a:r>
              <a:rPr lang="en-IE" dirty="0"/>
              <a:t>Proceed to phase 3</a:t>
            </a:r>
          </a:p>
        </p:txBody>
      </p:sp>
    </p:spTree>
    <p:extLst>
      <p:ext uri="{BB962C8B-B14F-4D97-AF65-F5344CB8AC3E}">
        <p14:creationId xmlns:p14="http://schemas.microsoft.com/office/powerpoint/2010/main" val="3757788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The Three Pass Approach – Third Pass</a:t>
            </a:r>
          </a:p>
        </p:txBody>
      </p:sp>
      <p:sp>
        <p:nvSpPr>
          <p:cNvPr id="3" name="Content Placeholder 2"/>
          <p:cNvSpPr>
            <a:spLocks noGrp="1"/>
          </p:cNvSpPr>
          <p:nvPr>
            <p:ph sz="quarter" idx="1"/>
          </p:nvPr>
        </p:nvSpPr>
        <p:spPr/>
        <p:txBody>
          <a:bodyPr>
            <a:normAutofit fontScale="92500" lnSpcReduction="20000"/>
          </a:bodyPr>
          <a:lstStyle/>
          <a:p>
            <a:r>
              <a:rPr lang="en-IE" dirty="0"/>
              <a:t>Objective:  To get a detailed understanding of the work described in the paper</a:t>
            </a:r>
          </a:p>
          <a:p>
            <a:pPr marL="788670" lvl="1" indent="-514350">
              <a:buFont typeface="+mj-lt"/>
              <a:buAutoNum type="arabicPeriod"/>
            </a:pPr>
            <a:r>
              <a:rPr lang="en-IE" dirty="0"/>
              <a:t>Try to identify assumptions</a:t>
            </a:r>
          </a:p>
          <a:p>
            <a:pPr marL="788670" lvl="1" indent="-514350">
              <a:buFont typeface="+mj-lt"/>
              <a:buAutoNum type="arabicPeriod"/>
            </a:pPr>
            <a:r>
              <a:rPr lang="en-IE" dirty="0"/>
              <a:t>Challenge statements made</a:t>
            </a:r>
          </a:p>
          <a:p>
            <a:pPr marL="788670" lvl="1" indent="-514350">
              <a:buFont typeface="+mj-lt"/>
              <a:buAutoNum type="arabicPeriod"/>
            </a:pPr>
            <a:r>
              <a:rPr lang="en-IE" dirty="0"/>
              <a:t>Follow the evidence</a:t>
            </a:r>
          </a:p>
          <a:p>
            <a:pPr marL="788670" lvl="1" indent="-514350">
              <a:buFont typeface="+mj-lt"/>
              <a:buAutoNum type="arabicPeriod"/>
            </a:pPr>
            <a:r>
              <a:rPr lang="en-IE" dirty="0"/>
              <a:t>Is the evaluation suitable? Similar to other work</a:t>
            </a:r>
          </a:p>
          <a:p>
            <a:pPr marL="788670" lvl="1" indent="-514350">
              <a:buFont typeface="+mj-lt"/>
              <a:buAutoNum type="arabicPeriod"/>
            </a:pPr>
            <a:r>
              <a:rPr lang="en-IE" dirty="0"/>
              <a:t>Strengths and weaknesses</a:t>
            </a:r>
          </a:p>
          <a:p>
            <a:pPr marL="788670" lvl="1" indent="-514350">
              <a:buFont typeface="+mj-lt"/>
              <a:buAutoNum type="arabicPeriod"/>
            </a:pPr>
            <a:r>
              <a:rPr lang="en-IE" dirty="0"/>
              <a:t>What’s missing?</a:t>
            </a:r>
          </a:p>
          <a:p>
            <a:pPr marL="788670" lvl="1" indent="-514350">
              <a:buFont typeface="+mj-lt"/>
              <a:buAutoNum type="arabicPeriod"/>
            </a:pPr>
            <a:r>
              <a:rPr lang="en-IE" dirty="0"/>
              <a:t>Have you a different view?</a:t>
            </a:r>
          </a:p>
          <a:p>
            <a:pPr marL="788670" lvl="1" indent="-514350">
              <a:buFont typeface="+mj-lt"/>
              <a:buAutoNum type="arabicPeriod"/>
            </a:pPr>
            <a:r>
              <a:rPr lang="en-IE" dirty="0"/>
              <a:t>Make notes</a:t>
            </a:r>
          </a:p>
          <a:p>
            <a:pPr marL="788670" lvl="1" indent="-514350">
              <a:buFont typeface="+mj-lt"/>
              <a:buAutoNum type="arabicPeriod"/>
            </a:pPr>
            <a:r>
              <a:rPr lang="en-IE" dirty="0"/>
              <a:t>Create a set of paragraphs summarising your reflections</a:t>
            </a:r>
          </a:p>
          <a:p>
            <a:r>
              <a:rPr lang="en-IE" dirty="0"/>
              <a:t>Outcome:</a:t>
            </a:r>
          </a:p>
          <a:p>
            <a:pPr lvl="1"/>
            <a:r>
              <a:rPr lang="en-IE" dirty="0"/>
              <a:t>Likely contribution to your literature review</a:t>
            </a:r>
          </a:p>
          <a:p>
            <a:pPr lvl="1"/>
            <a:r>
              <a:rPr lang="en-IE" dirty="0"/>
              <a:t>Maybe even start of a section</a:t>
            </a:r>
          </a:p>
        </p:txBody>
      </p:sp>
    </p:spTree>
    <p:extLst>
      <p:ext uri="{BB962C8B-B14F-4D97-AF65-F5344CB8AC3E}">
        <p14:creationId xmlns:p14="http://schemas.microsoft.com/office/powerpoint/2010/main" val="3333980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457200" y="134144"/>
            <a:ext cx="8229600" cy="990600"/>
          </a:xfrm>
        </p:spPr>
        <p:txBody>
          <a:bodyPr/>
          <a:lstStyle/>
          <a:p>
            <a:pPr eaLnBrk="1" hangingPunct="1"/>
            <a:r>
              <a:rPr lang="en-US" altLang="en-US" dirty="0"/>
              <a:t>What Good Readers Do…</a:t>
            </a:r>
          </a:p>
        </p:txBody>
      </p:sp>
      <p:sp>
        <p:nvSpPr>
          <p:cNvPr id="25603" name="Rectangle 3"/>
          <p:cNvSpPr>
            <a:spLocks noGrp="1" noChangeArrowheads="1"/>
          </p:cNvSpPr>
          <p:nvPr>
            <p:ph type="body" idx="4294967295"/>
          </p:nvPr>
        </p:nvSpPr>
        <p:spPr/>
        <p:txBody>
          <a:bodyPr/>
          <a:lstStyle/>
          <a:p>
            <a:pPr eaLnBrk="1" hangingPunct="1"/>
            <a:r>
              <a:rPr lang="en-US" altLang="en-US" dirty="0"/>
              <a:t>Make Connections</a:t>
            </a:r>
          </a:p>
          <a:p>
            <a:pPr eaLnBrk="1" hangingPunct="1"/>
            <a:r>
              <a:rPr lang="en-US" altLang="en-US" dirty="0"/>
              <a:t>Check Understanding</a:t>
            </a:r>
          </a:p>
          <a:p>
            <a:pPr eaLnBrk="1" hangingPunct="1"/>
            <a:r>
              <a:rPr lang="en-US" altLang="en-US" dirty="0"/>
              <a:t>Visualize</a:t>
            </a:r>
          </a:p>
          <a:p>
            <a:pPr eaLnBrk="1" hangingPunct="1"/>
            <a:r>
              <a:rPr lang="en-US" altLang="en-US" dirty="0"/>
              <a:t>Infer</a:t>
            </a:r>
          </a:p>
          <a:p>
            <a:pPr eaLnBrk="1" hangingPunct="1"/>
            <a:r>
              <a:rPr lang="en-US" altLang="en-US" dirty="0"/>
              <a:t>Determine Importance</a:t>
            </a:r>
          </a:p>
          <a:p>
            <a:pPr eaLnBrk="1" hangingPunct="1"/>
            <a:r>
              <a:rPr lang="en-US" altLang="en-US" dirty="0"/>
              <a:t>Summarize</a:t>
            </a:r>
          </a:p>
          <a:p>
            <a:pPr eaLnBrk="1" hangingPunct="1"/>
            <a:r>
              <a:rPr lang="en-US" altLang="en-US" dirty="0"/>
              <a:t>Synthesize</a:t>
            </a:r>
          </a:p>
          <a:p>
            <a:pPr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334205825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Literature Comprehension</a:t>
            </a:r>
            <a:r>
              <a:rPr lang="en-GB"/>
              <a:t> </a:t>
            </a:r>
          </a:p>
        </p:txBody>
      </p:sp>
      <p:sp>
        <p:nvSpPr>
          <p:cNvPr id="16387" name="Rectangle 3"/>
          <p:cNvSpPr>
            <a:spLocks noGrp="1" noChangeArrowheads="1"/>
          </p:cNvSpPr>
          <p:nvPr>
            <p:ph sz="quarter" idx="1"/>
          </p:nvPr>
        </p:nvSpPr>
        <p:spPr/>
        <p:txBody>
          <a:bodyPr/>
          <a:lstStyle/>
          <a:p>
            <a:r>
              <a:rPr lang="en-IE" dirty="0"/>
              <a:t>To help you in this process,  use an article review check sheet with questions you should consider after reading a paper</a:t>
            </a:r>
            <a:endParaRPr lang="en-GB" dirty="0"/>
          </a:p>
          <a:p>
            <a:r>
              <a:rPr lang="en-GB" dirty="0"/>
              <a:t>Some Examples:</a:t>
            </a:r>
          </a:p>
          <a:p>
            <a:pPr lvl="1"/>
            <a:r>
              <a:rPr lang="en-GB" dirty="0"/>
              <a:t>Science Article Check Sheet </a:t>
            </a:r>
          </a:p>
          <a:p>
            <a:pPr lvl="1"/>
            <a:endParaRPr lang="en-GB" dirty="0"/>
          </a:p>
        </p:txBody>
      </p:sp>
    </p:spTree>
    <p:extLst>
      <p:ext uri="{BB962C8B-B14F-4D97-AF65-F5344CB8AC3E}">
        <p14:creationId xmlns:p14="http://schemas.microsoft.com/office/powerpoint/2010/main" val="3821453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r>
              <a:rPr lang="en-US" dirty="0"/>
              <a:t>Literature Comprehension</a:t>
            </a:r>
            <a:endParaRPr lang="en-GB" dirty="0"/>
          </a:p>
        </p:txBody>
      </p:sp>
      <p:sp>
        <p:nvSpPr>
          <p:cNvPr id="12291" name="Rectangle 3"/>
          <p:cNvSpPr>
            <a:spLocks noGrp="1" noChangeArrowheads="1"/>
          </p:cNvSpPr>
          <p:nvPr>
            <p:ph sz="quarter" idx="1"/>
          </p:nvPr>
        </p:nvSpPr>
        <p:spPr/>
        <p:txBody>
          <a:bodyPr/>
          <a:lstStyle/>
          <a:p>
            <a:r>
              <a:rPr lang="en-US" dirty="0"/>
              <a:t>Make a note of </a:t>
            </a:r>
          </a:p>
          <a:p>
            <a:pPr lvl="1"/>
            <a:r>
              <a:rPr lang="en-US" dirty="0"/>
              <a:t>any nice phrases used in the papers</a:t>
            </a:r>
          </a:p>
          <a:p>
            <a:pPr lvl="1"/>
            <a:r>
              <a:rPr lang="en-US" dirty="0"/>
              <a:t>any interesting approaches to the experiments </a:t>
            </a:r>
          </a:p>
          <a:p>
            <a:pPr lvl="1"/>
            <a:r>
              <a:rPr lang="en-US" dirty="0"/>
              <a:t>and any nice display of results</a:t>
            </a:r>
          </a:p>
        </p:txBody>
      </p:sp>
    </p:spTree>
    <p:extLst>
      <p:ext uri="{BB962C8B-B14F-4D97-AF65-F5344CB8AC3E}">
        <p14:creationId xmlns:p14="http://schemas.microsoft.com/office/powerpoint/2010/main" val="1868643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Why take notes?</a:t>
            </a:r>
          </a:p>
        </p:txBody>
      </p:sp>
      <p:sp>
        <p:nvSpPr>
          <p:cNvPr id="3" name="Content Placeholder 2"/>
          <p:cNvSpPr>
            <a:spLocks noGrp="1"/>
          </p:cNvSpPr>
          <p:nvPr>
            <p:ph sz="quarter" idx="1"/>
          </p:nvPr>
        </p:nvSpPr>
        <p:spPr/>
        <p:txBody>
          <a:bodyPr/>
          <a:lstStyle/>
          <a:p>
            <a:r>
              <a:rPr lang="en-IE" dirty="0"/>
              <a:t>To summarise</a:t>
            </a:r>
          </a:p>
          <a:p>
            <a:r>
              <a:rPr lang="en-IE" dirty="0"/>
              <a:t>To remember</a:t>
            </a:r>
          </a:p>
          <a:p>
            <a:r>
              <a:rPr lang="en-IE" dirty="0"/>
              <a:t>To make connections</a:t>
            </a:r>
          </a:p>
          <a:p>
            <a:r>
              <a:rPr lang="en-IE" dirty="0"/>
              <a:t>To use later</a:t>
            </a:r>
          </a:p>
          <a:p>
            <a:r>
              <a:rPr lang="en-IE" dirty="0"/>
              <a:t>To avoid plagiarism</a:t>
            </a:r>
          </a:p>
          <a:p>
            <a:endParaRPr lang="en-I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What to note</a:t>
            </a:r>
            <a:endParaRPr lang="en-IE" dirty="0"/>
          </a:p>
        </p:txBody>
      </p:sp>
      <p:sp>
        <p:nvSpPr>
          <p:cNvPr id="3" name="Content Placeholder 2"/>
          <p:cNvSpPr>
            <a:spLocks noGrp="1"/>
          </p:cNvSpPr>
          <p:nvPr>
            <p:ph sz="quarter" idx="1"/>
          </p:nvPr>
        </p:nvSpPr>
        <p:spPr/>
        <p:txBody>
          <a:bodyPr>
            <a:normAutofit/>
          </a:bodyPr>
          <a:lstStyle/>
          <a:p>
            <a:r>
              <a:rPr lang="en-IE" dirty="0"/>
              <a:t>Big ideas</a:t>
            </a:r>
          </a:p>
          <a:p>
            <a:pPr lvl="1"/>
            <a:r>
              <a:rPr lang="en-IE" dirty="0"/>
              <a:t>What main ideas are reflected in the introduction, conclusion, abstract, and section titles? </a:t>
            </a:r>
          </a:p>
          <a:p>
            <a:r>
              <a:rPr lang="en-IE" dirty="0"/>
              <a:t>What is repeated</a:t>
            </a:r>
          </a:p>
          <a:p>
            <a:pPr lvl="1"/>
            <a:r>
              <a:rPr lang="en-IE" dirty="0"/>
              <a:t>Are these linked to other work you have read? </a:t>
            </a:r>
          </a:p>
          <a:p>
            <a:pPr lvl="1"/>
            <a:r>
              <a:rPr lang="en-IE" dirty="0"/>
              <a:t>Are definitions, formulas, processes or other authors repeated? </a:t>
            </a:r>
          </a:p>
          <a:p>
            <a:r>
              <a:rPr lang="en-IE" dirty="0"/>
              <a:t>Write in your own words a few sentences about your findings</a:t>
            </a:r>
          </a:p>
          <a:p>
            <a:pPr lvl="1"/>
            <a:r>
              <a:rPr lang="en-IE" dirty="0"/>
              <a:t>Except for formulas, and specific facts (i.e. involving dates), which should be recorded exactly as in the text.</a:t>
            </a:r>
          </a:p>
        </p:txBody>
      </p:sp>
    </p:spTree>
    <p:extLst>
      <p:ext uri="{BB962C8B-B14F-4D97-AF65-F5344CB8AC3E}">
        <p14:creationId xmlns:p14="http://schemas.microsoft.com/office/powerpoint/2010/main" val="2327531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a:t>Sketching Your Literature Search</a:t>
            </a:r>
          </a:p>
        </p:txBody>
      </p:sp>
      <p:graphicFrame>
        <p:nvGraphicFramePr>
          <p:cNvPr id="7" name="Diagram 6"/>
          <p:cNvGraphicFramePr/>
          <p:nvPr>
            <p:extLst>
              <p:ext uri="{D42A27DB-BD31-4B8C-83A1-F6EECF244321}">
                <p14:modId xmlns:p14="http://schemas.microsoft.com/office/powerpoint/2010/main" val="822755254"/>
              </p:ext>
            </p:extLst>
          </p:nvPr>
        </p:nvGraphicFramePr>
        <p:xfrm>
          <a:off x="323528" y="908720"/>
          <a:ext cx="8496944" cy="576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2556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Literature Comprehension</a:t>
            </a:r>
            <a:r>
              <a:rPr lang="en-GB" dirty="0"/>
              <a:t> </a:t>
            </a:r>
          </a:p>
        </p:txBody>
      </p:sp>
      <p:sp>
        <p:nvSpPr>
          <p:cNvPr id="20483" name="Rectangle 3"/>
          <p:cNvSpPr>
            <a:spLocks noGrp="1" noChangeArrowheads="1"/>
          </p:cNvSpPr>
          <p:nvPr>
            <p:ph sz="quarter" idx="1"/>
          </p:nvPr>
        </p:nvSpPr>
        <p:spPr/>
        <p:txBody>
          <a:bodyPr/>
          <a:lstStyle/>
          <a:p>
            <a:r>
              <a:rPr lang="en-US" dirty="0"/>
              <a:t>Literature Map</a:t>
            </a:r>
          </a:p>
          <a:p>
            <a:pPr lvl="1"/>
            <a:r>
              <a:rPr lang="en-US" dirty="0"/>
              <a:t>You are going to have to put some structure on the literature, one suggestion is to create a literature map.</a:t>
            </a:r>
          </a:p>
          <a:p>
            <a:pPr lvl="1"/>
            <a:r>
              <a:rPr lang="en-US" dirty="0"/>
              <a:t>Write the title of your research on top, and the main topics relevant to your research underneath, now associate the papers you are reading with each of the topics.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8" descr="literature_map.jpg"/>
          <p:cNvPicPr>
            <a:picLocks noChangeAspect="1"/>
          </p:cNvPicPr>
          <p:nvPr/>
        </p:nvPicPr>
        <p:blipFill>
          <a:blip r:embed="rId3" cstate="print"/>
          <a:srcRect/>
          <a:stretch>
            <a:fillRect/>
          </a:stretch>
        </p:blipFill>
        <p:spPr bwMode="auto">
          <a:xfrm>
            <a:off x="196435" y="1201340"/>
            <a:ext cx="8768053" cy="5612036"/>
          </a:xfrm>
          <a:prstGeom prst="rect">
            <a:avLst/>
          </a:prstGeom>
          <a:noFill/>
          <a:ln w="9525">
            <a:noFill/>
            <a:miter lim="800000"/>
            <a:headEnd/>
            <a:tailEnd/>
          </a:ln>
        </p:spPr>
      </p:pic>
      <p:sp>
        <p:nvSpPr>
          <p:cNvPr id="22531" name="Title 9"/>
          <p:cNvSpPr>
            <a:spLocks noGrp="1"/>
          </p:cNvSpPr>
          <p:nvPr>
            <p:ph type="title"/>
          </p:nvPr>
        </p:nvSpPr>
        <p:spPr/>
        <p:txBody>
          <a:bodyPr>
            <a:normAutofit/>
          </a:bodyPr>
          <a:lstStyle/>
          <a:p>
            <a:r>
              <a:rPr lang="en-US" dirty="0"/>
              <a:t>Literature Map</a:t>
            </a:r>
            <a:endParaRPr lang="en-IE"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Activity	</a:t>
            </a:r>
          </a:p>
        </p:txBody>
      </p:sp>
      <p:sp>
        <p:nvSpPr>
          <p:cNvPr id="3" name="Content Placeholder 2"/>
          <p:cNvSpPr>
            <a:spLocks noGrp="1"/>
          </p:cNvSpPr>
          <p:nvPr>
            <p:ph sz="quarter" idx="1"/>
          </p:nvPr>
        </p:nvSpPr>
        <p:spPr/>
        <p:txBody>
          <a:bodyPr>
            <a:normAutofit fontScale="92500" lnSpcReduction="10000"/>
          </a:bodyPr>
          <a:lstStyle/>
          <a:p>
            <a:r>
              <a:rPr lang="en-IE" dirty="0"/>
              <a:t>Using the ideas covered so far, read one of the following papers:</a:t>
            </a:r>
            <a:endParaRPr lang="en-IE" b="1" dirty="0"/>
          </a:p>
          <a:p>
            <a:pPr lvl="1"/>
            <a:r>
              <a:rPr lang="en-IE" b="1" dirty="0"/>
              <a:t>Undefined By Data:  A Survey of Big Data Definitions</a:t>
            </a:r>
            <a:endParaRPr lang="en-IE" dirty="0">
              <a:hlinkClick r:id="rId2"/>
            </a:endParaRPr>
          </a:p>
          <a:p>
            <a:pPr lvl="2"/>
            <a:r>
              <a:rPr lang="en-IE" dirty="0">
                <a:hlinkClick r:id="rId2"/>
              </a:rPr>
              <a:t>http://arxiv.org/abs/1309.5821</a:t>
            </a:r>
            <a:endParaRPr lang="en-IE" dirty="0"/>
          </a:p>
          <a:p>
            <a:pPr lvl="1"/>
            <a:r>
              <a:rPr lang="en-IE" b="1" dirty="0"/>
              <a:t>An Introduction to Knowledge Management</a:t>
            </a:r>
          </a:p>
          <a:p>
            <a:pPr lvl="2"/>
            <a:r>
              <a:rPr lang="en-IE" dirty="0">
                <a:hlinkClick r:id="rId3"/>
              </a:rPr>
              <a:t>http://arxiv.org/abs/0812.0438</a:t>
            </a:r>
            <a:endParaRPr lang="en-IE" dirty="0"/>
          </a:p>
          <a:p>
            <a:pPr lvl="1"/>
            <a:r>
              <a:rPr lang="en-IE" b="1" dirty="0"/>
              <a:t>Open Source Software and Peer Review</a:t>
            </a:r>
          </a:p>
          <a:p>
            <a:pPr lvl="2"/>
            <a:r>
              <a:rPr lang="en-IE" dirty="0">
                <a:hlinkClick r:id="rId4"/>
              </a:rPr>
              <a:t>http://arxiv.org/abs/cs/0308040</a:t>
            </a:r>
            <a:endParaRPr lang="en-IE" dirty="0"/>
          </a:p>
          <a:p>
            <a:pPr lvl="2"/>
            <a:endParaRPr lang="en-IE" dirty="0"/>
          </a:p>
          <a:p>
            <a:r>
              <a:rPr lang="en-IE" dirty="0"/>
              <a:t>What do you think the paper is about?</a:t>
            </a:r>
          </a:p>
          <a:p>
            <a:r>
              <a:rPr lang="en-IE" dirty="0"/>
              <a:t>What questions did you ask?</a:t>
            </a:r>
          </a:p>
          <a:p>
            <a:r>
              <a:rPr lang="en-IE" dirty="0"/>
              <a:t>Is it Current, Reliable,  Authoritative?</a:t>
            </a:r>
          </a:p>
          <a:p>
            <a:r>
              <a:rPr lang="en-IE" dirty="0"/>
              <a:t>Is it Biased?</a:t>
            </a:r>
          </a:p>
        </p:txBody>
      </p:sp>
    </p:spTree>
    <p:extLst>
      <p:ext uri="{BB962C8B-B14F-4D97-AF65-F5344CB8AC3E}">
        <p14:creationId xmlns:p14="http://schemas.microsoft.com/office/powerpoint/2010/main" val="3544458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IE" sz="2600" b="1" dirty="0" smtClean="0"/>
              <a:t>Open Source Software and Peer Review</a:t>
            </a:r>
            <a:endParaRPr lang="en-IE" sz="2600" b="1" dirty="0"/>
          </a:p>
        </p:txBody>
      </p:sp>
      <p:sp>
        <p:nvSpPr>
          <p:cNvPr id="3" name="Content Placeholder 2"/>
          <p:cNvSpPr>
            <a:spLocks noGrp="1"/>
          </p:cNvSpPr>
          <p:nvPr>
            <p:ph sz="quarter" idx="1"/>
          </p:nvPr>
        </p:nvSpPr>
        <p:spPr/>
        <p:txBody>
          <a:bodyPr>
            <a:normAutofit fontScale="92500" lnSpcReduction="10000"/>
          </a:bodyPr>
          <a:lstStyle/>
          <a:p>
            <a:pPr marL="0" indent="0">
              <a:buNone/>
            </a:pPr>
            <a:r>
              <a:rPr lang="en-IE" dirty="0"/>
              <a:t>Is </a:t>
            </a:r>
            <a:r>
              <a:rPr lang="en-IE" dirty="0" smtClean="0"/>
              <a:t>it:</a:t>
            </a:r>
          </a:p>
          <a:p>
            <a:r>
              <a:rPr lang="en-IE" dirty="0" smtClean="0"/>
              <a:t>Current?</a:t>
            </a:r>
          </a:p>
          <a:p>
            <a:pPr lvl="1"/>
            <a:r>
              <a:rPr lang="en-IE" dirty="0" smtClean="0"/>
              <a:t>September 2003 </a:t>
            </a:r>
            <a:r>
              <a:rPr lang="en-IE" dirty="0" smtClean="0">
                <a:sym typeface="Wingdings" panose="05000000000000000000" pitchFamily="2" charset="2"/>
              </a:rPr>
              <a:t> not current</a:t>
            </a:r>
            <a:endParaRPr lang="en-IE" dirty="0" smtClean="0"/>
          </a:p>
          <a:p>
            <a:r>
              <a:rPr lang="en-IE" dirty="0" smtClean="0"/>
              <a:t>Reliable?</a:t>
            </a:r>
          </a:p>
          <a:p>
            <a:pPr lvl="1"/>
            <a:r>
              <a:rPr lang="en-IE" dirty="0" smtClean="0"/>
              <a:t>Only 3 references, 1 is unrelated, 1 is irrelevant</a:t>
            </a:r>
          </a:p>
          <a:p>
            <a:pPr lvl="1"/>
            <a:r>
              <a:rPr lang="en-IE" dirty="0" smtClean="0"/>
              <a:t>Was not peer-reviewed (it’s not a conference/journal article)</a:t>
            </a:r>
          </a:p>
          <a:p>
            <a:r>
              <a:rPr lang="en-IE" dirty="0" smtClean="0"/>
              <a:t>Authoritative?</a:t>
            </a:r>
          </a:p>
          <a:p>
            <a:pPr lvl="1"/>
            <a:r>
              <a:rPr lang="en-IE" dirty="0" smtClean="0"/>
              <a:t>Who is the author? (missing affiliation)</a:t>
            </a:r>
          </a:p>
          <a:p>
            <a:pPr lvl="1"/>
            <a:r>
              <a:rPr lang="en-IE" dirty="0" smtClean="0"/>
              <a:t>Does not demonstrate expertise</a:t>
            </a:r>
          </a:p>
          <a:p>
            <a:r>
              <a:rPr lang="en-IE" dirty="0" smtClean="0"/>
              <a:t>Biased?</a:t>
            </a:r>
          </a:p>
          <a:p>
            <a:pPr lvl="1"/>
            <a:r>
              <a:rPr lang="en-IE" dirty="0" smtClean="0"/>
              <a:t>Totally! </a:t>
            </a:r>
            <a:r>
              <a:rPr lang="en-IE" dirty="0" smtClean="0">
                <a:sym typeface="Wingdings" panose="05000000000000000000" pitchFamily="2" charset="2"/>
              </a:rPr>
              <a:t></a:t>
            </a:r>
          </a:p>
          <a:p>
            <a:pPr lvl="1"/>
            <a:r>
              <a:rPr lang="en-IE" dirty="0" smtClean="0">
                <a:sym typeface="Wingdings" panose="05000000000000000000" pitchFamily="2" charset="2"/>
              </a:rPr>
              <a:t>Tone is too strong, impartial, first person, statements without support from proper citations</a:t>
            </a:r>
            <a:endParaRPr lang="en-IE" dirty="0"/>
          </a:p>
          <a:p>
            <a:endParaRPr lang="en-IE" dirty="0"/>
          </a:p>
        </p:txBody>
      </p:sp>
    </p:spTree>
    <p:extLst>
      <p:ext uri="{BB962C8B-B14F-4D97-AF65-F5344CB8AC3E}">
        <p14:creationId xmlns:p14="http://schemas.microsoft.com/office/powerpoint/2010/main" val="3902392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Undefined By Data:  A Survey of Big Data </a:t>
            </a:r>
            <a:r>
              <a:rPr lang="en-IE" b="1" dirty="0" smtClean="0"/>
              <a:t>Definitions</a:t>
            </a:r>
            <a:endParaRPr lang="en-IE" dirty="0"/>
          </a:p>
        </p:txBody>
      </p:sp>
      <p:sp>
        <p:nvSpPr>
          <p:cNvPr id="3" name="Content Placeholder 2"/>
          <p:cNvSpPr>
            <a:spLocks noGrp="1"/>
          </p:cNvSpPr>
          <p:nvPr>
            <p:ph sz="quarter" idx="1"/>
          </p:nvPr>
        </p:nvSpPr>
        <p:spPr/>
        <p:txBody>
          <a:bodyPr/>
          <a:lstStyle/>
          <a:p>
            <a:r>
              <a:rPr lang="en-IE" dirty="0" smtClean="0"/>
              <a:t>Current?</a:t>
            </a:r>
          </a:p>
          <a:p>
            <a:pPr lvl="1"/>
            <a:r>
              <a:rPr lang="en-IE" dirty="0" smtClean="0"/>
              <a:t>Yes (September 2013)</a:t>
            </a:r>
          </a:p>
          <a:p>
            <a:r>
              <a:rPr lang="en-IE" dirty="0" smtClean="0"/>
              <a:t>Reliable?</a:t>
            </a:r>
          </a:p>
          <a:p>
            <a:pPr lvl="1"/>
            <a:r>
              <a:rPr lang="en-IE" dirty="0" smtClean="0"/>
              <a:t>Some “acceptable” references</a:t>
            </a:r>
          </a:p>
          <a:p>
            <a:pPr lvl="1"/>
            <a:r>
              <a:rPr lang="en-IE" dirty="0" smtClean="0"/>
              <a:t>Was </a:t>
            </a:r>
            <a:r>
              <a:rPr lang="en-IE" dirty="0"/>
              <a:t>not peer-reviewed (it’s not a conference/journal article)</a:t>
            </a:r>
          </a:p>
          <a:p>
            <a:r>
              <a:rPr lang="en-IE" dirty="0" smtClean="0"/>
              <a:t>Authoritative?</a:t>
            </a:r>
          </a:p>
          <a:p>
            <a:pPr lvl="1"/>
            <a:r>
              <a:rPr lang="en-IE" dirty="0"/>
              <a:t>Affiliation from a computer science school in a UK </a:t>
            </a:r>
            <a:r>
              <a:rPr lang="en-IE" dirty="0" smtClean="0"/>
              <a:t>university</a:t>
            </a:r>
          </a:p>
          <a:p>
            <a:pPr lvl="1"/>
            <a:r>
              <a:rPr lang="en-IE" dirty="0" smtClean="0"/>
              <a:t>Ambiguous</a:t>
            </a:r>
          </a:p>
          <a:p>
            <a:r>
              <a:rPr lang="en-IE" dirty="0" smtClean="0"/>
              <a:t>Biased?</a:t>
            </a:r>
          </a:p>
          <a:p>
            <a:pPr lvl="1"/>
            <a:r>
              <a:rPr lang="en-IE" dirty="0" smtClean="0"/>
              <a:t>Try to compare and contrast several definitions and wrap up a summary in the end</a:t>
            </a:r>
            <a:endParaRPr lang="en-IE" dirty="0"/>
          </a:p>
          <a:p>
            <a:endParaRPr lang="en-IE" dirty="0" smtClean="0"/>
          </a:p>
          <a:p>
            <a:pPr lvl="1"/>
            <a:endParaRPr lang="en-IE" dirty="0" smtClean="0"/>
          </a:p>
          <a:p>
            <a:pPr lvl="1"/>
            <a:endParaRPr lang="en-IE" dirty="0"/>
          </a:p>
        </p:txBody>
      </p:sp>
    </p:spTree>
    <p:extLst>
      <p:ext uri="{BB962C8B-B14F-4D97-AF65-F5344CB8AC3E}">
        <p14:creationId xmlns:p14="http://schemas.microsoft.com/office/powerpoint/2010/main" val="2171325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Assignment</a:t>
            </a:r>
            <a:endParaRPr lang="en-IE" dirty="0"/>
          </a:p>
        </p:txBody>
      </p:sp>
      <p:sp>
        <p:nvSpPr>
          <p:cNvPr id="3" name="Content Placeholder 2"/>
          <p:cNvSpPr>
            <a:spLocks noGrp="1"/>
          </p:cNvSpPr>
          <p:nvPr>
            <p:ph sz="quarter" idx="1"/>
          </p:nvPr>
        </p:nvSpPr>
        <p:spPr/>
        <p:txBody>
          <a:bodyPr/>
          <a:lstStyle/>
          <a:p>
            <a:r>
              <a:rPr lang="en-IE" dirty="0" smtClean="0"/>
              <a:t>Journal articles (long-existing journals, recent articles)</a:t>
            </a:r>
          </a:p>
          <a:p>
            <a:pPr lvl="1"/>
            <a:r>
              <a:rPr lang="en-IE" dirty="0"/>
              <a:t>Publishers: Elsevier, </a:t>
            </a:r>
            <a:r>
              <a:rPr lang="en-IE" dirty="0" smtClean="0"/>
              <a:t>Taylor &amp; Francis</a:t>
            </a:r>
            <a:r>
              <a:rPr lang="en-IE" dirty="0"/>
              <a:t>, </a:t>
            </a:r>
            <a:r>
              <a:rPr lang="en-IE" dirty="0" smtClean="0"/>
              <a:t>Sage…</a:t>
            </a:r>
          </a:p>
          <a:p>
            <a:pPr lvl="1"/>
            <a:r>
              <a:rPr lang="en-IE" dirty="0" smtClean="0"/>
              <a:t>Impact factor</a:t>
            </a:r>
            <a:endParaRPr lang="en-IE" dirty="0"/>
          </a:p>
          <a:p>
            <a:r>
              <a:rPr lang="en-IE" dirty="0" smtClean="0"/>
              <a:t>Conference papers (international, (English), </a:t>
            </a:r>
            <a:r>
              <a:rPr lang="en-IE" dirty="0" smtClean="0"/>
              <a:t>long-existing conferences, recent articles</a:t>
            </a:r>
            <a:r>
              <a:rPr lang="en-IE" dirty="0" smtClean="0"/>
              <a:t>)</a:t>
            </a:r>
            <a:endParaRPr lang="en-IE" dirty="0" smtClean="0"/>
          </a:p>
          <a:p>
            <a:pPr lvl="1"/>
            <a:r>
              <a:rPr lang="en-IE" dirty="0" smtClean="0"/>
              <a:t>ACM, IEEE </a:t>
            </a:r>
            <a:r>
              <a:rPr lang="en-IE" dirty="0" smtClean="0"/>
              <a:t>etc.</a:t>
            </a:r>
            <a:endParaRPr lang="en-IE" dirty="0" smtClean="0"/>
          </a:p>
          <a:p>
            <a:pPr lvl="1"/>
            <a:r>
              <a:rPr lang="en-IE" dirty="0" smtClean="0"/>
              <a:t>Rankings</a:t>
            </a:r>
          </a:p>
          <a:p>
            <a:r>
              <a:rPr lang="en-IE" dirty="0" smtClean="0"/>
              <a:t>Famous authors, schools, organizations…</a:t>
            </a:r>
          </a:p>
          <a:p>
            <a:endParaRPr lang="en-IE" dirty="0" smtClean="0"/>
          </a:p>
          <a:p>
            <a:pPr lvl="1"/>
            <a:endParaRPr lang="en-IE" dirty="0" smtClean="0"/>
          </a:p>
          <a:p>
            <a:endParaRPr lang="en-IE" dirty="0" smtClean="0"/>
          </a:p>
          <a:p>
            <a:endParaRPr lang="en-IE" dirty="0"/>
          </a:p>
        </p:txBody>
      </p:sp>
    </p:spTree>
    <p:extLst>
      <p:ext uri="{BB962C8B-B14F-4D97-AF65-F5344CB8AC3E}">
        <p14:creationId xmlns:p14="http://schemas.microsoft.com/office/powerpoint/2010/main" val="33677934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148</TotalTime>
  <Words>1764</Words>
  <Application>Microsoft Office PowerPoint</Application>
  <PresentationFormat>On-screen Show (4:3)</PresentationFormat>
  <Paragraphs>287</Paragraphs>
  <Slides>30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Bookman Old Style</vt:lpstr>
      <vt:lpstr>Gill Sans MT</vt:lpstr>
      <vt:lpstr>Times New Roman</vt:lpstr>
      <vt:lpstr>Wingdings</vt:lpstr>
      <vt:lpstr>Wingdings 3</vt:lpstr>
      <vt:lpstr>Origin</vt:lpstr>
      <vt:lpstr>Literature Survey,  Literature Comprehension &amp;  Literature Review</vt:lpstr>
      <vt:lpstr>Read carefully and critically</vt:lpstr>
      <vt:lpstr>Read carefully and critically</vt:lpstr>
      <vt:lpstr>Literature Comprehension </vt:lpstr>
      <vt:lpstr>Literature Comprehension </vt:lpstr>
      <vt:lpstr>Literature Comprehension </vt:lpstr>
      <vt:lpstr>Getting started</vt:lpstr>
      <vt:lpstr>How to read a research paper?</vt:lpstr>
      <vt:lpstr>Types of Reading</vt:lpstr>
      <vt:lpstr>Types of Reading</vt:lpstr>
      <vt:lpstr>SQ3R Reading Technique</vt:lpstr>
      <vt:lpstr>Survey (scan and skim)</vt:lpstr>
      <vt:lpstr> Q &amp; R: Question and Read</vt:lpstr>
      <vt:lpstr>Recall and Review</vt:lpstr>
      <vt:lpstr>The Three Pass Approach – First Pass</vt:lpstr>
      <vt:lpstr>The Three Pass Approach – First Pass</vt:lpstr>
      <vt:lpstr>The Three Pass Approach – Second Pass</vt:lpstr>
      <vt:lpstr>The Three Pass Approach – Third Pass</vt:lpstr>
      <vt:lpstr>What Good Readers Do…</vt:lpstr>
      <vt:lpstr>Literature Comprehension </vt:lpstr>
      <vt:lpstr>Literature Comprehension</vt:lpstr>
      <vt:lpstr>Why take notes?</vt:lpstr>
      <vt:lpstr>What to note</vt:lpstr>
      <vt:lpstr>Sketching Your Literature Search</vt:lpstr>
      <vt:lpstr>Literature Comprehension </vt:lpstr>
      <vt:lpstr>Literature Map</vt:lpstr>
      <vt:lpstr>Activity </vt:lpstr>
      <vt:lpstr>Open Source Software and Peer Review</vt:lpstr>
      <vt:lpstr>Undefined By Data:  A Survey of Big Data Definitions</vt:lpstr>
      <vt:lpstr>Assignment</vt:lpstr>
    </vt:vector>
  </TitlesOfParts>
  <Company>x</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research?</dc:title>
  <dc:creator>x</dc:creator>
  <cp:lastModifiedBy>Diana Ferreira</cp:lastModifiedBy>
  <cp:revision>293</cp:revision>
  <dcterms:created xsi:type="dcterms:W3CDTF">2004-11-26T12:56:11Z</dcterms:created>
  <dcterms:modified xsi:type="dcterms:W3CDTF">2017-11-27T15:34:19Z</dcterms:modified>
</cp:coreProperties>
</file>